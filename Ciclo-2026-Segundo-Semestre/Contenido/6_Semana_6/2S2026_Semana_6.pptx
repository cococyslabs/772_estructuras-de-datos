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al MT Pro Bold" charset="1" panose="020B0802020202020204"/>
      <p:regular r:id="rId29"/>
    </p:embeddedFont>
    <p:embeddedFont>
      <p:font typeface="Arial MT Pro" charset="1" panose="020B0502020202020204"/>
      <p:regular r:id="rId30"/>
    </p:embeddedFont>
    <p:embeddedFont>
      <p:font typeface="Open Sans 1 Bold" charset="1" panose="00000000000000000000"/>
      <p:regular r:id="rId32"/>
    </p:embeddedFont>
    <p:embeddedFont>
      <p:font typeface="Arial" charset="1" panose="020B0604020202020204"/>
      <p:regular r:id="rId34"/>
    </p:embeddedFont>
    <p:embeddedFont>
      <p:font typeface="Pacifico" charset="1" panose="00000500000000000000"/>
      <p:regular r:id="rId35"/>
    </p:embeddedFont>
    <p:embeddedFont>
      <p:font typeface="Lobster" charset="1" panose="00000500000000000000"/>
      <p:regular r:id="rId36"/>
    </p:embeddedFont>
    <p:embeddedFont>
      <p:font typeface="Impact" charset="1" panose="020B0806030902050204"/>
      <p:regular r:id="rId38"/>
    </p:embeddedFont>
    <p:embeddedFont>
      <p:font typeface="Poppins Bold" charset="1" panose="00000800000000000000"/>
      <p:regular r:id="rId39"/>
    </p:embeddedFont>
    <p:embeddedFont>
      <p:font typeface="Canva Sans" charset="1" panose="020B0503030501040103"/>
      <p:regular r:id="rId40"/>
    </p:embeddedFont>
    <p:embeddedFont>
      <p:font typeface="Open Sans 2 Bold" charset="1" panose="020B0806030504020204"/>
      <p:regular r:id="rId41"/>
    </p:embeddedFont>
    <p:embeddedFont>
      <p:font typeface="Canva Sans Bold" charset="1" panose="020B0803030501040103"/>
      <p:regular r:id="rId42"/>
    </p:embeddedFont>
    <p:embeddedFont>
      <p:font typeface="Now Bold" charset="1" panose="00000800000000000000"/>
      <p:regular r:id="rId43"/>
    </p:embeddedFont>
    <p:embeddedFont>
      <p:font typeface="Now" charset="1" panose="00000500000000000000"/>
      <p:regular r:id="rId44"/>
    </p:embeddedFont>
    <p:embeddedFont>
      <p:font typeface="Open Sans 2" charset="1" panose="020B0606030504020204"/>
      <p:regular r:id="rId47"/>
    </p:embeddedFont>
    <p:embeddedFont>
      <p:font typeface="Open Sans 1" charset="1" panose="00000000000000000000"/>
      <p:regular r:id="rId51"/>
    </p:embeddedFont>
    <p:embeddedFont>
      <p:font typeface="Arial Bold" charset="1" panose="020B07040202020202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3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4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notesSlides/notesSlide5.xml" Type="http://schemas.openxmlformats.org/officeDocument/2006/relationships/notesSlide"/><Relationship Id="rId46" Target="notesSlides/notesSlide6.xml" Type="http://schemas.openxmlformats.org/officeDocument/2006/relationships/notesSlide"/><Relationship Id="rId47" Target="fonts/font47.fntdata" Type="http://schemas.openxmlformats.org/officeDocument/2006/relationships/font"/><Relationship Id="rId48" Target="notesSlides/notesSlide7.xml" Type="http://schemas.openxmlformats.org/officeDocument/2006/relationships/notesSlide"/><Relationship Id="rId49" Target="notesSlides/notesSlide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9.xml" Type="http://schemas.openxmlformats.org/officeDocument/2006/relationships/notesSlide"/><Relationship Id="rId51" Target="fonts/font51.fntdata" Type="http://schemas.openxmlformats.org/officeDocument/2006/relationships/font"/><Relationship Id="rId52" Target="notesSlides/notesSlide10.xml" Type="http://schemas.openxmlformats.org/officeDocument/2006/relationships/notesSlide"/><Relationship Id="rId53" Target="fonts/font53.fntdata" Type="http://schemas.openxmlformats.org/officeDocument/2006/relationships/font"/><Relationship Id="rId54" Target="notesSlides/notesSlide11.xml" Type="http://schemas.openxmlformats.org/officeDocument/2006/relationships/notesSlide"/><Relationship Id="rId55" Target="notesSlides/notesSlide12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9.png" Type="http://schemas.openxmlformats.org/officeDocument/2006/relationships/image"/><Relationship Id="rId4" Target="https://www.geeksforgeeks.org/dsa/bubble-sort-algorithm/" TargetMode="External" Type="http://schemas.openxmlformats.org/officeDocument/2006/relationships/hyperlink"/><Relationship Id="rId5" Target="https://www.geeksforgeeks.org/dsa/insertion-sort-algorithm/" TargetMode="External" Type="http://schemas.openxmlformats.org/officeDocument/2006/relationships/hyperlink"/><Relationship Id="rId6" Target="https://www.geeksforgeeks.org/java/java-program-for-selection-sort/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8206" cy="10287000"/>
            <a:chOff x="0" y="0"/>
            <a:chExt cx="2434427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4424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44249">
                  <a:moveTo>
                    <a:pt x="0" y="0"/>
                  </a:moveTo>
                  <a:lnTo>
                    <a:pt x="24344249" y="0"/>
                  </a:lnTo>
                  <a:lnTo>
                    <a:pt x="2434424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506200" y="2233624"/>
          <a:ext cx="6273800" cy="2246251"/>
        </p:xfrm>
        <a:graphic>
          <a:graphicData uri="http://schemas.openxmlformats.org/drawingml/2006/table">
            <a:tbl>
              <a:tblPr/>
              <a:tblGrid>
                <a:gridCol w="2987506"/>
                <a:gridCol w="3286294"/>
              </a:tblGrid>
              <a:tr h="13565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862"/>
                        </a:lnSpc>
                        <a:defRPr/>
                      </a:pPr>
                      <a:r>
                        <a:rPr lang="en-US" b="true" sz="2299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862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Miercoles</a:t>
                      </a:r>
                      <a:r>
                        <a:rPr lang="en-US" sz="22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, 22/09/2025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7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862"/>
                        </a:lnSpc>
                        <a:defRPr/>
                      </a:pPr>
                      <a:r>
                        <a:rPr lang="en-US" b="true" sz="2299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862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17:20 - 19:00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3953101" y="5029200"/>
            <a:ext cx="11746500" cy="1058915"/>
            <a:chOff x="0" y="0"/>
            <a:chExt cx="15662000" cy="1411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62001" cy="1411887"/>
            </a:xfrm>
            <a:custGeom>
              <a:avLst/>
              <a:gdLst/>
              <a:ahLst/>
              <a:cxnLst/>
              <a:rect r="r" b="b" t="t" l="l"/>
              <a:pathLst>
                <a:path h="1411887" w="15662001">
                  <a:moveTo>
                    <a:pt x="0" y="0"/>
                  </a:moveTo>
                  <a:lnTo>
                    <a:pt x="15662001" y="0"/>
                  </a:lnTo>
                  <a:lnTo>
                    <a:pt x="15662001" y="1411887"/>
                  </a:lnTo>
                  <a:lnTo>
                    <a:pt x="0" y="14118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0"/>
              <a:ext cx="15662000" cy="17928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9639"/>
                </a:lnSpc>
              </a:pPr>
              <a:r>
                <a:rPr lang="en-US" b="true" sz="5738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ESTRUCTURAS DE DATOS [B]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29319" y="6616524"/>
            <a:ext cx="8399700" cy="760778"/>
            <a:chOff x="0" y="0"/>
            <a:chExt cx="11199600" cy="1014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99600" cy="1014371"/>
            </a:xfrm>
            <a:custGeom>
              <a:avLst/>
              <a:gdLst/>
              <a:ahLst/>
              <a:cxnLst/>
              <a:rect r="r" b="b" t="t" l="l"/>
              <a:pathLst>
                <a:path h="1014371" w="11199600">
                  <a:moveTo>
                    <a:pt x="0" y="0"/>
                  </a:moveTo>
                  <a:lnTo>
                    <a:pt x="11199600" y="0"/>
                  </a:lnTo>
                  <a:lnTo>
                    <a:pt x="11199600" y="1014371"/>
                  </a:lnTo>
                  <a:lnTo>
                    <a:pt x="0" y="1014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66700"/>
              <a:ext cx="11199600" cy="128107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952"/>
                </a:lnSpc>
              </a:pPr>
              <a:r>
                <a:rPr lang="en-US" b="true" sz="4139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Nombre auxiliar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0249" y="7326425"/>
            <a:ext cx="8526600" cy="98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4999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Estructura de datos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18458" y="3191287"/>
            <a:ext cx="14451084" cy="18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56"/>
              </a:lnSpc>
            </a:pPr>
            <a:r>
              <a:rPr lang="en-US" b="true" sz="9200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Arreglos y matrices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3303" y="8630951"/>
            <a:ext cx="6981379" cy="53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b="true" sz="2499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Escuela de Ingenieria de Ciencias Y Sistemas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96375"/>
            <a:ext cx="6667500" cy="53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499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Facultad de Ingenieria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8600" y="9473954"/>
            <a:ext cx="8115300" cy="53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b="true" sz="2499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Universidad de San Carlos de Guatemala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044675" y="0"/>
            <a:ext cx="10243325" cy="1067013"/>
            <a:chOff x="0" y="0"/>
            <a:chExt cx="13657767" cy="14226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57707" cy="1422654"/>
            </a:xfrm>
            <a:custGeom>
              <a:avLst/>
              <a:gdLst/>
              <a:ahLst/>
              <a:cxnLst/>
              <a:rect r="r" b="b" t="t" l="l"/>
              <a:pathLst>
                <a:path h="1422654" w="13657707">
                  <a:moveTo>
                    <a:pt x="0" y="0"/>
                  </a:moveTo>
                  <a:lnTo>
                    <a:pt x="13657707" y="0"/>
                  </a:lnTo>
                  <a:lnTo>
                    <a:pt x="13657707" y="1422654"/>
                  </a:lnTo>
                  <a:lnTo>
                    <a:pt x="0" y="1422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4" r="0" b="-27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619" y="4699462"/>
            <a:ext cx="4613551" cy="666407"/>
            <a:chOff x="0" y="0"/>
            <a:chExt cx="6151401" cy="888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51372" cy="888492"/>
            </a:xfrm>
            <a:custGeom>
              <a:avLst/>
              <a:gdLst/>
              <a:ahLst/>
              <a:cxnLst/>
              <a:rect r="r" b="b" t="t" l="l"/>
              <a:pathLst>
                <a:path h="888492" w="6151372">
                  <a:moveTo>
                    <a:pt x="5514975" y="0"/>
                  </a:moveTo>
                  <a:lnTo>
                    <a:pt x="0" y="0"/>
                  </a:lnTo>
                  <a:lnTo>
                    <a:pt x="0" y="888492"/>
                  </a:lnTo>
                  <a:lnTo>
                    <a:pt x="5514975" y="888492"/>
                  </a:lnTo>
                  <a:lnTo>
                    <a:pt x="6151372" y="444246"/>
                  </a:lnTo>
                  <a:lnTo>
                    <a:pt x="55149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05333" y="4625495"/>
            <a:ext cx="6047939" cy="845385"/>
            <a:chOff x="0" y="0"/>
            <a:chExt cx="8063919" cy="1127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63919" cy="1127180"/>
            </a:xfrm>
            <a:custGeom>
              <a:avLst/>
              <a:gdLst/>
              <a:ahLst/>
              <a:cxnLst/>
              <a:rect r="r" b="b" t="t" l="l"/>
              <a:pathLst>
                <a:path h="1127180" w="8063919">
                  <a:moveTo>
                    <a:pt x="0" y="0"/>
                  </a:moveTo>
                  <a:lnTo>
                    <a:pt x="8063919" y="0"/>
                  </a:lnTo>
                  <a:lnTo>
                    <a:pt x="8063919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71450"/>
              <a:ext cx="8063919" cy="1298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71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Algoritmos de ordenamiento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78654" y="4740441"/>
            <a:ext cx="453358" cy="550094"/>
            <a:chOff x="0" y="0"/>
            <a:chExt cx="604477" cy="7334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4520" cy="733425"/>
            </a:xfrm>
            <a:custGeom>
              <a:avLst/>
              <a:gdLst/>
              <a:ahLst/>
              <a:cxnLst/>
              <a:rect r="r" b="b" t="t" l="l"/>
              <a:pathLst>
                <a:path h="733425" w="604520">
                  <a:moveTo>
                    <a:pt x="0" y="0"/>
                  </a:moveTo>
                  <a:lnTo>
                    <a:pt x="604520" y="0"/>
                  </a:lnTo>
                  <a:lnTo>
                    <a:pt x="60452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-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66989" y="3303305"/>
            <a:ext cx="4115190" cy="1267162"/>
            <a:chOff x="0" y="0"/>
            <a:chExt cx="5486920" cy="16895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908" cy="1689608"/>
            </a:xfrm>
            <a:custGeom>
              <a:avLst/>
              <a:gdLst/>
              <a:ahLst/>
              <a:cxnLst/>
              <a:rect r="r" b="b" t="t" l="l"/>
              <a:pathLst>
                <a:path h="1689608" w="5486908">
                  <a:moveTo>
                    <a:pt x="4458208" y="0"/>
                  </a:moveTo>
                  <a:lnTo>
                    <a:pt x="0" y="0"/>
                  </a:lnTo>
                  <a:lnTo>
                    <a:pt x="0" y="1689608"/>
                  </a:lnTo>
                  <a:lnTo>
                    <a:pt x="4458208" y="1689608"/>
                  </a:lnTo>
                  <a:lnTo>
                    <a:pt x="5486908" y="844804"/>
                  </a:lnTo>
                  <a:lnTo>
                    <a:pt x="4458208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66989" y="3013983"/>
            <a:ext cx="3681207" cy="1556484"/>
            <a:chOff x="0" y="0"/>
            <a:chExt cx="4908276" cy="20753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08276" cy="2075312"/>
            </a:xfrm>
            <a:custGeom>
              <a:avLst/>
              <a:gdLst/>
              <a:ahLst/>
              <a:cxnLst/>
              <a:rect r="r" b="b" t="t" l="l"/>
              <a:pathLst>
                <a:path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71450"/>
              <a:ext cx="4908276" cy="2246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71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1754" y="3429735"/>
            <a:ext cx="753892" cy="872928"/>
            <a:chOff x="0" y="0"/>
            <a:chExt cx="1005189" cy="11639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205" cy="1163955"/>
            </a:xfrm>
            <a:custGeom>
              <a:avLst/>
              <a:gdLst/>
              <a:ahLst/>
              <a:cxnLst/>
              <a:rect r="r" b="b" t="t" l="l"/>
              <a:pathLst>
                <a:path h="1163955" w="1005205">
                  <a:moveTo>
                    <a:pt x="0" y="0"/>
                  </a:moveTo>
                  <a:lnTo>
                    <a:pt x="1005205" y="0"/>
                  </a:lnTo>
                  <a:lnTo>
                    <a:pt x="1005205" y="1163955"/>
                  </a:lnTo>
                  <a:lnTo>
                    <a:pt x="0" y="1163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" r="1" b="-3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51749" y="233725"/>
            <a:ext cx="7710301" cy="256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9"/>
              </a:lnSpc>
            </a:pPr>
            <a:r>
              <a:rPr lang="en-US" sz="15000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5990" y="143117"/>
            <a:ext cx="8416800" cy="255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9"/>
              </a:lnSpc>
            </a:pPr>
            <a:r>
              <a:rPr lang="en-US" sz="15000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739805" y="3232617"/>
            <a:ext cx="5353646" cy="1267162"/>
            <a:chOff x="0" y="0"/>
            <a:chExt cx="7138195" cy="16895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38162" cy="1689608"/>
            </a:xfrm>
            <a:custGeom>
              <a:avLst/>
              <a:gdLst/>
              <a:ahLst/>
              <a:cxnLst/>
              <a:rect r="r" b="b" t="t" l="l"/>
              <a:pathLst>
                <a:path h="1689608" w="7138162">
                  <a:moveTo>
                    <a:pt x="6109462" y="0"/>
                  </a:moveTo>
                  <a:lnTo>
                    <a:pt x="0" y="0"/>
                  </a:lnTo>
                  <a:lnTo>
                    <a:pt x="0" y="1689608"/>
                  </a:lnTo>
                  <a:lnTo>
                    <a:pt x="6109462" y="1689608"/>
                  </a:lnTo>
                  <a:lnTo>
                    <a:pt x="7138162" y="844804"/>
                  </a:lnTo>
                  <a:lnTo>
                    <a:pt x="610946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739805" y="2798634"/>
            <a:ext cx="4919663" cy="1701145"/>
            <a:chOff x="0" y="0"/>
            <a:chExt cx="6559551" cy="22681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59551" cy="2268193"/>
            </a:xfrm>
            <a:custGeom>
              <a:avLst/>
              <a:gdLst/>
              <a:ahLst/>
              <a:cxnLst/>
              <a:rect r="r" b="b" t="t" l="l"/>
              <a:pathLst>
                <a:path h="2268193" w="6559551">
                  <a:moveTo>
                    <a:pt x="0" y="0"/>
                  </a:moveTo>
                  <a:lnTo>
                    <a:pt x="6559551" y="0"/>
                  </a:lnTo>
                  <a:lnTo>
                    <a:pt x="6559551" y="2268193"/>
                  </a:lnTo>
                  <a:lnTo>
                    <a:pt x="0" y="2268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66700"/>
              <a:ext cx="6559551" cy="2534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90"/>
                </a:lnSpc>
              </a:pPr>
              <a:r>
                <a:rPr lang="en-US" sz="44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39805" y="5032666"/>
            <a:ext cx="5353646" cy="1267162"/>
            <a:chOff x="0" y="0"/>
            <a:chExt cx="7138195" cy="16895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38162" cy="1689608"/>
            </a:xfrm>
            <a:custGeom>
              <a:avLst/>
              <a:gdLst/>
              <a:ahLst/>
              <a:cxnLst/>
              <a:rect r="r" b="b" t="t" l="l"/>
              <a:pathLst>
                <a:path h="1689608" w="7138162">
                  <a:moveTo>
                    <a:pt x="6109462" y="0"/>
                  </a:moveTo>
                  <a:lnTo>
                    <a:pt x="0" y="0"/>
                  </a:lnTo>
                  <a:lnTo>
                    <a:pt x="0" y="1689608"/>
                  </a:lnTo>
                  <a:lnTo>
                    <a:pt x="6109462" y="1689608"/>
                  </a:lnTo>
                  <a:lnTo>
                    <a:pt x="7138162" y="844804"/>
                  </a:lnTo>
                  <a:lnTo>
                    <a:pt x="610946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739805" y="4598683"/>
            <a:ext cx="4919663" cy="1701145"/>
            <a:chOff x="0" y="0"/>
            <a:chExt cx="6559551" cy="22681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59551" cy="2268193"/>
            </a:xfrm>
            <a:custGeom>
              <a:avLst/>
              <a:gdLst/>
              <a:ahLst/>
              <a:cxnLst/>
              <a:rect r="r" b="b" t="t" l="l"/>
              <a:pathLst>
                <a:path h="2268193" w="6559551">
                  <a:moveTo>
                    <a:pt x="0" y="0"/>
                  </a:moveTo>
                  <a:lnTo>
                    <a:pt x="6559551" y="0"/>
                  </a:lnTo>
                  <a:lnTo>
                    <a:pt x="6559551" y="2268193"/>
                  </a:lnTo>
                  <a:lnTo>
                    <a:pt x="0" y="2268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66700"/>
              <a:ext cx="6559551" cy="2534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90"/>
                </a:lnSpc>
              </a:pPr>
              <a:r>
                <a:rPr lang="en-US" sz="44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6619" y="5623280"/>
            <a:ext cx="4613551" cy="666407"/>
            <a:chOff x="0" y="0"/>
            <a:chExt cx="6151401" cy="8885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51372" cy="888492"/>
            </a:xfrm>
            <a:custGeom>
              <a:avLst/>
              <a:gdLst/>
              <a:ahLst/>
              <a:cxnLst/>
              <a:rect r="r" b="b" t="t" l="l"/>
              <a:pathLst>
                <a:path h="888492" w="6151372">
                  <a:moveTo>
                    <a:pt x="5514975" y="0"/>
                  </a:moveTo>
                  <a:lnTo>
                    <a:pt x="0" y="0"/>
                  </a:lnTo>
                  <a:lnTo>
                    <a:pt x="0" y="888492"/>
                  </a:lnTo>
                  <a:lnTo>
                    <a:pt x="5514975" y="888492"/>
                  </a:lnTo>
                  <a:lnTo>
                    <a:pt x="6151372" y="444246"/>
                  </a:lnTo>
                  <a:lnTo>
                    <a:pt x="55149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65624" y="5444302"/>
            <a:ext cx="6117919" cy="845385"/>
            <a:chOff x="0" y="0"/>
            <a:chExt cx="8157226" cy="11271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57226" cy="1127180"/>
            </a:xfrm>
            <a:custGeom>
              <a:avLst/>
              <a:gdLst/>
              <a:ahLst/>
              <a:cxnLst/>
              <a:rect r="r" b="b" t="t" l="l"/>
              <a:pathLst>
                <a:path h="1127180" w="8157226">
                  <a:moveTo>
                    <a:pt x="0" y="0"/>
                  </a:moveTo>
                  <a:lnTo>
                    <a:pt x="8157226" y="0"/>
                  </a:lnTo>
                  <a:lnTo>
                    <a:pt x="8157226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71450"/>
              <a:ext cx="8157226" cy="1298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71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Algoritmos de busqueda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6619" y="6604853"/>
            <a:ext cx="4613551" cy="666407"/>
            <a:chOff x="0" y="0"/>
            <a:chExt cx="6151401" cy="8885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51372" cy="888492"/>
            </a:xfrm>
            <a:custGeom>
              <a:avLst/>
              <a:gdLst/>
              <a:ahLst/>
              <a:cxnLst/>
              <a:rect r="r" b="b" t="t" l="l"/>
              <a:pathLst>
                <a:path h="888492" w="6151372">
                  <a:moveTo>
                    <a:pt x="5514975" y="0"/>
                  </a:moveTo>
                  <a:lnTo>
                    <a:pt x="0" y="0"/>
                  </a:lnTo>
                  <a:lnTo>
                    <a:pt x="0" y="888492"/>
                  </a:lnTo>
                  <a:lnTo>
                    <a:pt x="5514975" y="888492"/>
                  </a:lnTo>
                  <a:lnTo>
                    <a:pt x="6151372" y="444246"/>
                  </a:lnTo>
                  <a:lnTo>
                    <a:pt x="55149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05333" y="6402022"/>
            <a:ext cx="4345084" cy="845385"/>
            <a:chOff x="0" y="0"/>
            <a:chExt cx="5793445" cy="11271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93445" cy="1127180"/>
            </a:xfrm>
            <a:custGeom>
              <a:avLst/>
              <a:gdLst/>
              <a:ahLst/>
              <a:cxnLst/>
              <a:rect r="r" b="b" t="t" l="l"/>
              <a:pathLst>
                <a:path h="1127180" w="5793445">
                  <a:moveTo>
                    <a:pt x="0" y="0"/>
                  </a:moveTo>
                  <a:lnTo>
                    <a:pt x="5793445" y="0"/>
                  </a:lnTo>
                  <a:lnTo>
                    <a:pt x="5793445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71450"/>
              <a:ext cx="5793445" cy="1298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71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Matriz dispersa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6619" y="7528435"/>
            <a:ext cx="4613551" cy="666407"/>
            <a:chOff x="0" y="0"/>
            <a:chExt cx="6151401" cy="88854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151372" cy="888492"/>
            </a:xfrm>
            <a:custGeom>
              <a:avLst/>
              <a:gdLst/>
              <a:ahLst/>
              <a:cxnLst/>
              <a:rect r="r" b="b" t="t" l="l"/>
              <a:pathLst>
                <a:path h="888492" w="6151372">
                  <a:moveTo>
                    <a:pt x="5514975" y="0"/>
                  </a:moveTo>
                  <a:lnTo>
                    <a:pt x="0" y="0"/>
                  </a:lnTo>
                  <a:lnTo>
                    <a:pt x="0" y="888492"/>
                  </a:lnTo>
                  <a:lnTo>
                    <a:pt x="5514975" y="888492"/>
                  </a:lnTo>
                  <a:lnTo>
                    <a:pt x="6151372" y="444246"/>
                  </a:lnTo>
                  <a:lnTo>
                    <a:pt x="55149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3112" y="7349457"/>
            <a:ext cx="4345084" cy="845385"/>
            <a:chOff x="0" y="0"/>
            <a:chExt cx="5793445" cy="11271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93445" cy="1127180"/>
            </a:xfrm>
            <a:custGeom>
              <a:avLst/>
              <a:gdLst/>
              <a:ahLst/>
              <a:cxnLst/>
              <a:rect r="r" b="b" t="t" l="l"/>
              <a:pathLst>
                <a:path h="1127180" w="5793445">
                  <a:moveTo>
                    <a:pt x="0" y="0"/>
                  </a:moveTo>
                  <a:lnTo>
                    <a:pt x="5793445" y="0"/>
                  </a:lnTo>
                  <a:lnTo>
                    <a:pt x="5793445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71450"/>
              <a:ext cx="5793445" cy="1298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71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Matriz ortogonal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78654" y="5623280"/>
            <a:ext cx="453358" cy="550094"/>
            <a:chOff x="0" y="0"/>
            <a:chExt cx="604477" cy="7334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4520" cy="733425"/>
            </a:xfrm>
            <a:custGeom>
              <a:avLst/>
              <a:gdLst/>
              <a:ahLst/>
              <a:cxnLst/>
              <a:rect r="r" b="b" t="t" l="l"/>
              <a:pathLst>
                <a:path h="733425" w="604520">
                  <a:moveTo>
                    <a:pt x="0" y="0"/>
                  </a:moveTo>
                  <a:lnTo>
                    <a:pt x="604520" y="0"/>
                  </a:lnTo>
                  <a:lnTo>
                    <a:pt x="60452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-4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78654" y="6604853"/>
            <a:ext cx="453358" cy="550094"/>
            <a:chOff x="0" y="0"/>
            <a:chExt cx="604477" cy="73345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4520" cy="733425"/>
            </a:xfrm>
            <a:custGeom>
              <a:avLst/>
              <a:gdLst/>
              <a:ahLst/>
              <a:cxnLst/>
              <a:rect r="r" b="b" t="t" l="l"/>
              <a:pathLst>
                <a:path h="733425" w="604520">
                  <a:moveTo>
                    <a:pt x="0" y="0"/>
                  </a:moveTo>
                  <a:lnTo>
                    <a:pt x="604520" y="0"/>
                  </a:lnTo>
                  <a:lnTo>
                    <a:pt x="60452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-4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78654" y="7604635"/>
            <a:ext cx="453358" cy="550094"/>
            <a:chOff x="0" y="0"/>
            <a:chExt cx="604477" cy="7334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4520" cy="733425"/>
            </a:xfrm>
            <a:custGeom>
              <a:avLst/>
              <a:gdLst/>
              <a:ahLst/>
              <a:cxnLst/>
              <a:rect r="r" b="b" t="t" l="l"/>
              <a:pathLst>
                <a:path h="733425" w="604520">
                  <a:moveTo>
                    <a:pt x="0" y="0"/>
                  </a:moveTo>
                  <a:lnTo>
                    <a:pt x="604520" y="0"/>
                  </a:lnTo>
                  <a:lnTo>
                    <a:pt x="60452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-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4889" y="444814"/>
            <a:ext cx="13991100" cy="11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267"/>
              </a:lnSpc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61767" y="2854177"/>
            <a:ext cx="14137736" cy="434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4"/>
              </a:lnSpc>
            </a:pPr>
            <a:r>
              <a:rPr lang="en-US" b="true" sz="5198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Implementa estructuras de datos lineales y no lineales usando programación orientada a objetos para desarrollar soluciones eficientes. </a:t>
            </a:r>
          </a:p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5954209"/>
            <a:ext cx="3161767" cy="4332792"/>
            <a:chOff x="0" y="0"/>
            <a:chExt cx="6979147" cy="9564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79158" cy="9563989"/>
            </a:xfrm>
            <a:custGeom>
              <a:avLst/>
              <a:gdLst/>
              <a:ahLst/>
              <a:cxnLst/>
              <a:rect r="r" b="b" t="t" l="l"/>
              <a:pathLst>
                <a:path h="9563989" w="6979158">
                  <a:moveTo>
                    <a:pt x="0" y="0"/>
                  </a:moveTo>
                  <a:lnTo>
                    <a:pt x="6979158" y="0"/>
                  </a:lnTo>
                  <a:lnTo>
                    <a:pt x="6979158" y="9563989"/>
                  </a:lnTo>
                  <a:lnTo>
                    <a:pt x="0" y="9563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8754775" cy="8754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54745" cy="8754745"/>
            </a:xfrm>
            <a:custGeom>
              <a:avLst/>
              <a:gdLst/>
              <a:ahLst/>
              <a:cxnLst/>
              <a:rect r="r" b="b" t="t" l="l"/>
              <a:pathLst>
                <a:path h="8754745" w="8754745">
                  <a:moveTo>
                    <a:pt x="0" y="0"/>
                  </a:moveTo>
                  <a:lnTo>
                    <a:pt x="8754745" y="0"/>
                  </a:lnTo>
                  <a:lnTo>
                    <a:pt x="8754745" y="8754745"/>
                  </a:lnTo>
                  <a:lnTo>
                    <a:pt x="0" y="8754745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1143419" y="8043030"/>
            <a:ext cx="6164339" cy="6164339"/>
            <a:chOff x="0" y="0"/>
            <a:chExt cx="8219119" cy="8219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19059" cy="8219059"/>
            </a:xfrm>
            <a:custGeom>
              <a:avLst/>
              <a:gdLst/>
              <a:ahLst/>
              <a:cxnLst/>
              <a:rect r="r" b="b" t="t" l="l"/>
              <a:pathLst>
                <a:path h="8219059" w="8219059">
                  <a:moveTo>
                    <a:pt x="0" y="0"/>
                  </a:moveTo>
                  <a:lnTo>
                    <a:pt x="0" y="8219059"/>
                  </a:lnTo>
                  <a:lnTo>
                    <a:pt x="8219059" y="8219059"/>
                  </a:lnTo>
                  <a:lnTo>
                    <a:pt x="8219059" y="0"/>
                  </a:lnTo>
                  <a:lnTo>
                    <a:pt x="0" y="0"/>
                  </a:lnTo>
                  <a:close/>
                  <a:moveTo>
                    <a:pt x="7957312" y="7957312"/>
                  </a:moveTo>
                  <a:lnTo>
                    <a:pt x="256286" y="7957312"/>
                  </a:lnTo>
                  <a:lnTo>
                    <a:pt x="256286" y="256286"/>
                  </a:lnTo>
                  <a:lnTo>
                    <a:pt x="7957312" y="256286"/>
                  </a:lnTo>
                  <a:lnTo>
                    <a:pt x="7957312" y="7957312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1143419" y="-3920369"/>
            <a:ext cx="6164339" cy="6164339"/>
            <a:chOff x="0" y="0"/>
            <a:chExt cx="8219119" cy="82191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19059" cy="8219059"/>
            </a:xfrm>
            <a:custGeom>
              <a:avLst/>
              <a:gdLst/>
              <a:ahLst/>
              <a:cxnLst/>
              <a:rect r="r" b="b" t="t" l="l"/>
              <a:pathLst>
                <a:path h="8219059" w="8219059">
                  <a:moveTo>
                    <a:pt x="0" y="0"/>
                  </a:moveTo>
                  <a:lnTo>
                    <a:pt x="0" y="8219059"/>
                  </a:lnTo>
                  <a:lnTo>
                    <a:pt x="8219059" y="8219059"/>
                  </a:lnTo>
                  <a:lnTo>
                    <a:pt x="8219059" y="0"/>
                  </a:lnTo>
                  <a:lnTo>
                    <a:pt x="0" y="0"/>
                  </a:lnTo>
                  <a:close/>
                  <a:moveTo>
                    <a:pt x="7957312" y="7957312"/>
                  </a:moveTo>
                  <a:lnTo>
                    <a:pt x="256286" y="7957312"/>
                  </a:lnTo>
                  <a:lnTo>
                    <a:pt x="256286" y="256286"/>
                  </a:lnTo>
                  <a:lnTo>
                    <a:pt x="7957312" y="256286"/>
                  </a:lnTo>
                  <a:lnTo>
                    <a:pt x="7957312" y="7957312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16673" y="316220"/>
            <a:ext cx="9866743" cy="3426664"/>
            <a:chOff x="0" y="0"/>
            <a:chExt cx="13155657" cy="45688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55657" cy="4568885"/>
            </a:xfrm>
            <a:custGeom>
              <a:avLst/>
              <a:gdLst/>
              <a:ahLst/>
              <a:cxnLst/>
              <a:rect r="r" b="b" t="t" l="l"/>
              <a:pathLst>
                <a:path h="4568885" w="13155657">
                  <a:moveTo>
                    <a:pt x="0" y="0"/>
                  </a:moveTo>
                  <a:lnTo>
                    <a:pt x="13155657" y="0"/>
                  </a:lnTo>
                  <a:lnTo>
                    <a:pt x="13155657" y="4568885"/>
                  </a:lnTo>
                  <a:lnTo>
                    <a:pt x="0" y="45688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3155657" cy="454031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756"/>
                </a:lnSpc>
              </a:pPr>
              <a:r>
                <a:rPr lang="en-US" b="true" sz="6434" spc="321">
                  <a:solidFill>
                    <a:srgbClr val="2B4A9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QUE ES UN ALGORITMO DE ORDENAMIENTO?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-1309" y="1309"/>
            <a:ext cx="1635964" cy="1633346"/>
            <a:chOff x="0" y="0"/>
            <a:chExt cx="2181285" cy="2177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1225" cy="2177796"/>
            </a:xfrm>
            <a:custGeom>
              <a:avLst/>
              <a:gdLst/>
              <a:ahLst/>
              <a:cxnLst/>
              <a:rect r="r" b="b" t="t" l="l"/>
              <a:pathLst>
                <a:path h="2177796" w="2181225">
                  <a:moveTo>
                    <a:pt x="2181225" y="2177796"/>
                  </a:moveTo>
                  <a:lnTo>
                    <a:pt x="0" y="2177796"/>
                  </a:lnTo>
                  <a:lnTo>
                    <a:pt x="0" y="0"/>
                  </a:lnTo>
                  <a:lnTo>
                    <a:pt x="2181225" y="2177796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5374186" y="3742884"/>
            <a:ext cx="3210248" cy="3023470"/>
          </a:xfrm>
          <a:custGeom>
            <a:avLst/>
            <a:gdLst/>
            <a:ahLst/>
            <a:cxnLst/>
            <a:rect r="r" b="b" t="t" l="l"/>
            <a:pathLst>
              <a:path h="3023470" w="3210248">
                <a:moveTo>
                  <a:pt x="0" y="0"/>
                </a:moveTo>
                <a:lnTo>
                  <a:pt x="3210248" y="0"/>
                </a:lnTo>
                <a:lnTo>
                  <a:pt x="3210248" y="3023470"/>
                </a:lnTo>
                <a:lnTo>
                  <a:pt x="0" y="3023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088" r="0" b="-3088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38255" y="4041321"/>
            <a:ext cx="12260873" cy="4356820"/>
            <a:chOff x="0" y="0"/>
            <a:chExt cx="16347831" cy="58090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47830" cy="5809093"/>
            </a:xfrm>
            <a:custGeom>
              <a:avLst/>
              <a:gdLst/>
              <a:ahLst/>
              <a:cxnLst/>
              <a:rect r="r" b="b" t="t" l="l"/>
              <a:pathLst>
                <a:path h="5809093" w="16347830">
                  <a:moveTo>
                    <a:pt x="0" y="0"/>
                  </a:moveTo>
                  <a:lnTo>
                    <a:pt x="16347830" y="0"/>
                  </a:lnTo>
                  <a:lnTo>
                    <a:pt x="16347830" y="5809093"/>
                  </a:lnTo>
                  <a:lnTo>
                    <a:pt x="0" y="58090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28600"/>
              <a:ext cx="16347831" cy="6037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887899" indent="-295966" lvl="2">
                <a:lnSpc>
                  <a:spcPts val="7030"/>
                </a:lnSpc>
                <a:buFont typeface="Arial"/>
                <a:buChar char="⚬"/>
              </a:pPr>
              <a:r>
                <a:rPr lang="en-US" sz="3884">
                  <a:solidFill>
                    <a:srgbClr val="2B4A9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Toma una arreglo o lista como entrada</a:t>
              </a:r>
            </a:p>
            <a:p>
              <a:pPr algn="just" marL="887899" indent="-295966" lvl="2">
                <a:lnSpc>
                  <a:spcPts val="7030"/>
                </a:lnSpc>
                <a:buFont typeface="Arial"/>
                <a:buChar char="⚬"/>
              </a:pPr>
              <a:r>
                <a:rPr lang="en-US" sz="3884">
                  <a:solidFill>
                    <a:srgbClr val="2B4A9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Organizan los elementos en un orden particular</a:t>
              </a:r>
            </a:p>
            <a:p>
              <a:pPr algn="just" marL="1586721" indent="-396680" lvl="3">
                <a:lnSpc>
                  <a:spcPts val="7030"/>
                </a:lnSpc>
                <a:buFont typeface="Arial"/>
                <a:buChar char="￭"/>
              </a:pPr>
              <a:r>
                <a:rPr lang="en-US" sz="3884">
                  <a:solidFill>
                    <a:srgbClr val="2B4A9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Numerica</a:t>
              </a:r>
            </a:p>
            <a:p>
              <a:pPr algn="just" marL="1586721" indent="-396680" lvl="3">
                <a:lnSpc>
                  <a:spcPts val="7030"/>
                </a:lnSpc>
                <a:buFont typeface="Arial"/>
                <a:buChar char="￭"/>
              </a:pPr>
              <a:r>
                <a:rPr lang="en-US" sz="3884">
                  <a:solidFill>
                    <a:srgbClr val="2B4A9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Alfabetica</a:t>
              </a:r>
            </a:p>
            <a:p>
              <a:pPr algn="just" marL="887899" indent="-295966" lvl="2">
                <a:lnSpc>
                  <a:spcPts val="7030"/>
                </a:lnSpc>
                <a:buFont typeface="Arial"/>
                <a:buChar char="⚬"/>
              </a:pPr>
              <a:r>
                <a:rPr lang="en-US" sz="3884">
                  <a:solidFill>
                    <a:srgbClr val="2B4A9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Orden ascendente o descendente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60834" y="0"/>
            <a:ext cx="2396931" cy="10287003"/>
            <a:chOff x="0" y="0"/>
            <a:chExt cx="3195908" cy="13716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959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195955">
                  <a:moveTo>
                    <a:pt x="0" y="0"/>
                  </a:moveTo>
                  <a:lnTo>
                    <a:pt x="3195955" y="0"/>
                  </a:lnTo>
                  <a:lnTo>
                    <a:pt x="319595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652" y="8653654"/>
            <a:ext cx="1635964" cy="1633346"/>
            <a:chOff x="0" y="0"/>
            <a:chExt cx="2181285" cy="2177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1225" cy="2177796"/>
            </a:xfrm>
            <a:custGeom>
              <a:avLst/>
              <a:gdLst/>
              <a:ahLst/>
              <a:cxnLst/>
              <a:rect r="r" b="b" t="t" l="l"/>
              <a:pathLst>
                <a:path h="2177796" w="2181225">
                  <a:moveTo>
                    <a:pt x="2181225" y="2177796"/>
                  </a:moveTo>
                  <a:lnTo>
                    <a:pt x="0" y="2177796"/>
                  </a:lnTo>
                  <a:lnTo>
                    <a:pt x="0" y="0"/>
                  </a:lnTo>
                  <a:lnTo>
                    <a:pt x="2181225" y="2177796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-1309" y="1309"/>
            <a:ext cx="1635964" cy="1633346"/>
            <a:chOff x="0" y="0"/>
            <a:chExt cx="2181285" cy="21777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1225" cy="2177796"/>
            </a:xfrm>
            <a:custGeom>
              <a:avLst/>
              <a:gdLst/>
              <a:ahLst/>
              <a:cxnLst/>
              <a:rect r="r" b="b" t="t" l="l"/>
              <a:pathLst>
                <a:path h="2177796" w="2181225">
                  <a:moveTo>
                    <a:pt x="2181225" y="2177796"/>
                  </a:moveTo>
                  <a:lnTo>
                    <a:pt x="0" y="2177796"/>
                  </a:lnTo>
                  <a:lnTo>
                    <a:pt x="0" y="0"/>
                  </a:lnTo>
                  <a:lnTo>
                    <a:pt x="2181225" y="2177796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3014067"/>
            <a:ext cx="4762707" cy="6018593"/>
            <a:chOff x="0" y="0"/>
            <a:chExt cx="6350276" cy="8024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254" cy="8024749"/>
            </a:xfrm>
            <a:custGeom>
              <a:avLst/>
              <a:gdLst/>
              <a:ahLst/>
              <a:cxnLst/>
              <a:rect r="r" b="b" t="t" l="l"/>
              <a:pathLst>
                <a:path h="8024749" w="6350254">
                  <a:moveTo>
                    <a:pt x="0" y="0"/>
                  </a:moveTo>
                  <a:lnTo>
                    <a:pt x="6350254" y="0"/>
                  </a:lnTo>
                  <a:lnTo>
                    <a:pt x="6350254" y="8024749"/>
                  </a:lnTo>
                  <a:lnTo>
                    <a:pt x="0" y="8024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19868" y="3641130"/>
            <a:ext cx="10040966" cy="5391530"/>
            <a:chOff x="0" y="0"/>
            <a:chExt cx="12474113" cy="669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74067" cy="6697980"/>
            </a:xfrm>
            <a:custGeom>
              <a:avLst/>
              <a:gdLst/>
              <a:ahLst/>
              <a:cxnLst/>
              <a:rect r="r" b="b" t="t" l="l"/>
              <a:pathLst>
                <a:path h="6697980" w="12474067">
                  <a:moveTo>
                    <a:pt x="0" y="0"/>
                  </a:moveTo>
                  <a:lnTo>
                    <a:pt x="12474067" y="0"/>
                  </a:lnTo>
                  <a:lnTo>
                    <a:pt x="12474067" y="6697980"/>
                  </a:lnTo>
                  <a:lnTo>
                    <a:pt x="0" y="669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3346" y="488392"/>
            <a:ext cx="10884913" cy="2295144"/>
            <a:chOff x="0" y="0"/>
            <a:chExt cx="14513217" cy="3060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513218" cy="3060192"/>
            </a:xfrm>
            <a:custGeom>
              <a:avLst/>
              <a:gdLst/>
              <a:ahLst/>
              <a:cxnLst/>
              <a:rect r="r" b="b" t="t" l="l"/>
              <a:pathLst>
                <a:path h="3060192" w="14513218">
                  <a:moveTo>
                    <a:pt x="0" y="0"/>
                  </a:moveTo>
                  <a:lnTo>
                    <a:pt x="14513218" y="0"/>
                  </a:lnTo>
                  <a:lnTo>
                    <a:pt x="14513218" y="3060192"/>
                  </a:lnTo>
                  <a:lnTo>
                    <a:pt x="0" y="30601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4513217" cy="304114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300"/>
                </a:lnSpc>
              </a:pPr>
              <a:r>
                <a:rPr lang="en-US" b="true" sz="6000" spc="300">
                  <a:solidFill>
                    <a:srgbClr val="2B4A9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ALGORITMOS DE ORDENACION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8754775" cy="8754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54745" cy="8754745"/>
            </a:xfrm>
            <a:custGeom>
              <a:avLst/>
              <a:gdLst/>
              <a:ahLst/>
              <a:cxnLst/>
              <a:rect r="r" b="b" t="t" l="l"/>
              <a:pathLst>
                <a:path h="8754745" w="8754745">
                  <a:moveTo>
                    <a:pt x="0" y="0"/>
                  </a:moveTo>
                  <a:lnTo>
                    <a:pt x="8754745" y="0"/>
                  </a:lnTo>
                  <a:lnTo>
                    <a:pt x="8754745" y="8754745"/>
                  </a:lnTo>
                  <a:lnTo>
                    <a:pt x="0" y="8754745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7803840" cy="7803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3896" cy="7803896"/>
            </a:xfrm>
            <a:custGeom>
              <a:avLst/>
              <a:gdLst/>
              <a:ahLst/>
              <a:cxnLst/>
              <a:rect r="r" b="b" t="t" l="l"/>
              <a:pathLst>
                <a:path h="7803896" w="7803896">
                  <a:moveTo>
                    <a:pt x="0" y="0"/>
                  </a:moveTo>
                  <a:lnTo>
                    <a:pt x="0" y="7803896"/>
                  </a:lnTo>
                  <a:lnTo>
                    <a:pt x="7803896" y="7803896"/>
                  </a:lnTo>
                  <a:lnTo>
                    <a:pt x="7803896" y="0"/>
                  </a:lnTo>
                  <a:lnTo>
                    <a:pt x="0" y="0"/>
                  </a:lnTo>
                  <a:close/>
                  <a:moveTo>
                    <a:pt x="7555230" y="7555230"/>
                  </a:moveTo>
                  <a:lnTo>
                    <a:pt x="243332" y="7555230"/>
                  </a:lnTo>
                  <a:lnTo>
                    <a:pt x="243332" y="243332"/>
                  </a:lnTo>
                  <a:lnTo>
                    <a:pt x="7555230" y="243332"/>
                  </a:lnTo>
                  <a:lnTo>
                    <a:pt x="7555230" y="75552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1143419" y="8043030"/>
            <a:ext cx="6164339" cy="6164339"/>
            <a:chOff x="0" y="0"/>
            <a:chExt cx="8219119" cy="82191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19059" cy="8219059"/>
            </a:xfrm>
            <a:custGeom>
              <a:avLst/>
              <a:gdLst/>
              <a:ahLst/>
              <a:cxnLst/>
              <a:rect r="r" b="b" t="t" l="l"/>
              <a:pathLst>
                <a:path h="8219059" w="8219059">
                  <a:moveTo>
                    <a:pt x="0" y="0"/>
                  </a:moveTo>
                  <a:lnTo>
                    <a:pt x="0" y="8219059"/>
                  </a:lnTo>
                  <a:lnTo>
                    <a:pt x="8219059" y="8219059"/>
                  </a:lnTo>
                  <a:lnTo>
                    <a:pt x="8219059" y="0"/>
                  </a:lnTo>
                  <a:lnTo>
                    <a:pt x="0" y="0"/>
                  </a:lnTo>
                  <a:close/>
                  <a:moveTo>
                    <a:pt x="7957312" y="7957312"/>
                  </a:moveTo>
                  <a:lnTo>
                    <a:pt x="256286" y="7957312"/>
                  </a:lnTo>
                  <a:lnTo>
                    <a:pt x="256286" y="256286"/>
                  </a:lnTo>
                  <a:lnTo>
                    <a:pt x="7957312" y="256286"/>
                  </a:lnTo>
                  <a:lnTo>
                    <a:pt x="7957312" y="7957312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1143419" y="-3920369"/>
            <a:ext cx="6164339" cy="6164339"/>
            <a:chOff x="0" y="0"/>
            <a:chExt cx="8219119" cy="82191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19059" cy="8219059"/>
            </a:xfrm>
            <a:custGeom>
              <a:avLst/>
              <a:gdLst/>
              <a:ahLst/>
              <a:cxnLst/>
              <a:rect r="r" b="b" t="t" l="l"/>
              <a:pathLst>
                <a:path h="8219059" w="8219059">
                  <a:moveTo>
                    <a:pt x="0" y="0"/>
                  </a:moveTo>
                  <a:lnTo>
                    <a:pt x="0" y="8219059"/>
                  </a:lnTo>
                  <a:lnTo>
                    <a:pt x="8219059" y="8219059"/>
                  </a:lnTo>
                  <a:lnTo>
                    <a:pt x="8219059" y="0"/>
                  </a:lnTo>
                  <a:lnTo>
                    <a:pt x="0" y="0"/>
                  </a:lnTo>
                  <a:close/>
                  <a:moveTo>
                    <a:pt x="7957312" y="7957312"/>
                  </a:moveTo>
                  <a:lnTo>
                    <a:pt x="256286" y="7957312"/>
                  </a:lnTo>
                  <a:lnTo>
                    <a:pt x="256286" y="256286"/>
                  </a:lnTo>
                  <a:lnTo>
                    <a:pt x="7957312" y="256286"/>
                  </a:lnTo>
                  <a:lnTo>
                    <a:pt x="7957312" y="7957312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-1309" y="1309"/>
            <a:ext cx="1635964" cy="1633346"/>
            <a:chOff x="0" y="0"/>
            <a:chExt cx="2181285" cy="2177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1225" cy="2177796"/>
            </a:xfrm>
            <a:custGeom>
              <a:avLst/>
              <a:gdLst/>
              <a:ahLst/>
              <a:cxnLst/>
              <a:rect r="r" b="b" t="t" l="l"/>
              <a:pathLst>
                <a:path h="2177796" w="2181225">
                  <a:moveTo>
                    <a:pt x="2181225" y="2177796"/>
                  </a:moveTo>
                  <a:lnTo>
                    <a:pt x="0" y="2177796"/>
                  </a:lnTo>
                  <a:lnTo>
                    <a:pt x="0" y="0"/>
                  </a:lnTo>
                  <a:lnTo>
                    <a:pt x="2181225" y="2177796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9046" y="6172200"/>
            <a:ext cx="3149293" cy="4114800"/>
          </a:xfrm>
          <a:custGeom>
            <a:avLst/>
            <a:gdLst/>
            <a:ahLst/>
            <a:cxnLst/>
            <a:rect r="r" b="b" t="t" l="l"/>
            <a:pathLst>
              <a:path h="4114800" w="3149293">
                <a:moveTo>
                  <a:pt x="0" y="0"/>
                </a:moveTo>
                <a:lnTo>
                  <a:pt x="3149293" y="0"/>
                </a:lnTo>
                <a:lnTo>
                  <a:pt x="31492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0" r="0" b="-6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716701"/>
            <a:ext cx="10511808" cy="1838526"/>
            <a:chOff x="0" y="0"/>
            <a:chExt cx="14015744" cy="24513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15744" cy="2451368"/>
            </a:xfrm>
            <a:custGeom>
              <a:avLst/>
              <a:gdLst/>
              <a:ahLst/>
              <a:cxnLst/>
              <a:rect r="r" b="b" t="t" l="l"/>
              <a:pathLst>
                <a:path h="2451368" w="14015744">
                  <a:moveTo>
                    <a:pt x="0" y="0"/>
                  </a:moveTo>
                  <a:lnTo>
                    <a:pt x="14015744" y="0"/>
                  </a:lnTo>
                  <a:lnTo>
                    <a:pt x="14015744" y="2451368"/>
                  </a:lnTo>
                  <a:lnTo>
                    <a:pt x="0" y="2451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4015744" cy="243231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95"/>
                </a:lnSpc>
              </a:pPr>
              <a:r>
                <a:rPr lang="en-US" b="true" sz="4853" spc="242">
                  <a:solidFill>
                    <a:srgbClr val="2B4A9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COMO SABER QUE ALGORITMO USAR?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6673" y="2823112"/>
            <a:ext cx="6526331" cy="576247"/>
            <a:chOff x="0" y="0"/>
            <a:chExt cx="8701775" cy="7683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01775" cy="768329"/>
            </a:xfrm>
            <a:custGeom>
              <a:avLst/>
              <a:gdLst/>
              <a:ahLst/>
              <a:cxnLst/>
              <a:rect r="r" b="b" t="t" l="l"/>
              <a:pathLst>
                <a:path h="768329" w="8701775">
                  <a:moveTo>
                    <a:pt x="0" y="0"/>
                  </a:moveTo>
                  <a:lnTo>
                    <a:pt x="8701775" y="0"/>
                  </a:lnTo>
                  <a:lnTo>
                    <a:pt x="8701775" y="768329"/>
                  </a:lnTo>
                  <a:lnTo>
                    <a:pt x="0" y="7683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8701775" cy="8350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721"/>
                </a:lnSpc>
              </a:pPr>
              <a:r>
                <a:rPr lang="en-US" sz="3372">
                  <a:solidFill>
                    <a:srgbClr val="2B4A9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Que tan grande es la coleccion?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064987" y="3463496"/>
            <a:ext cx="6439235" cy="542459"/>
            <a:chOff x="0" y="0"/>
            <a:chExt cx="8585647" cy="7232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85646" cy="723279"/>
            </a:xfrm>
            <a:custGeom>
              <a:avLst/>
              <a:gdLst/>
              <a:ahLst/>
              <a:cxnLst/>
              <a:rect r="r" b="b" t="t" l="l"/>
              <a:pathLst>
                <a:path h="723279" w="8585646">
                  <a:moveTo>
                    <a:pt x="0" y="0"/>
                  </a:moveTo>
                  <a:lnTo>
                    <a:pt x="8585646" y="0"/>
                  </a:lnTo>
                  <a:lnTo>
                    <a:pt x="8585646" y="723279"/>
                  </a:lnTo>
                  <a:lnTo>
                    <a:pt x="0" y="72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585647" cy="7804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496"/>
                </a:lnSpc>
              </a:pPr>
              <a:r>
                <a:rPr lang="en-US" sz="3211">
                  <a:solidFill>
                    <a:srgbClr val="2B4A9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Cuanta memoria hay disponible?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57003" y="4072631"/>
            <a:ext cx="5782638" cy="542459"/>
            <a:chOff x="0" y="0"/>
            <a:chExt cx="7710184" cy="7232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10184" cy="723279"/>
            </a:xfrm>
            <a:custGeom>
              <a:avLst/>
              <a:gdLst/>
              <a:ahLst/>
              <a:cxnLst/>
              <a:rect r="r" b="b" t="t" l="l"/>
              <a:pathLst>
                <a:path h="723279" w="7710184">
                  <a:moveTo>
                    <a:pt x="0" y="0"/>
                  </a:moveTo>
                  <a:lnTo>
                    <a:pt x="7710184" y="0"/>
                  </a:lnTo>
                  <a:lnTo>
                    <a:pt x="7710184" y="723279"/>
                  </a:lnTo>
                  <a:lnTo>
                    <a:pt x="0" y="72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7710184" cy="7804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496"/>
                </a:lnSpc>
              </a:pPr>
              <a:r>
                <a:rPr lang="en-US" sz="3211">
                  <a:solidFill>
                    <a:srgbClr val="2B4A9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La coleccion necesita crecer?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00611" y="5372721"/>
            <a:ext cx="7895423" cy="3909390"/>
            <a:chOff x="0" y="0"/>
            <a:chExt cx="10527231" cy="5212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27230" cy="5212520"/>
            </a:xfrm>
            <a:custGeom>
              <a:avLst/>
              <a:gdLst/>
              <a:ahLst/>
              <a:cxnLst/>
              <a:rect r="r" b="b" t="t" l="l"/>
              <a:pathLst>
                <a:path h="5212520" w="10527230">
                  <a:moveTo>
                    <a:pt x="0" y="0"/>
                  </a:moveTo>
                  <a:lnTo>
                    <a:pt x="10527230" y="0"/>
                  </a:lnTo>
                  <a:lnTo>
                    <a:pt x="10527230" y="5212520"/>
                  </a:lnTo>
                  <a:lnTo>
                    <a:pt x="0" y="5212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527231" cy="52696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4496"/>
                </a:lnSpc>
              </a:pPr>
              <a:r>
                <a:rPr lang="en-US" sz="3211">
                  <a:solidFill>
                    <a:srgbClr val="2B4A9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Algunos algoritmos como la ordenación por combinación pueden necesitar mucho espacio o memoria para ejecutarse, mientras que la ordenación por inserción no siempre es la más rápida, pero no requiere muchos recursos para ejecutarse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7801712" y="3018912"/>
            <a:ext cx="4249175" cy="4249175"/>
            <a:chOff x="0" y="0"/>
            <a:chExt cx="5665567" cy="56655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65597" cy="5665597"/>
            </a:xfrm>
            <a:custGeom>
              <a:avLst/>
              <a:gdLst/>
              <a:ahLst/>
              <a:cxnLst/>
              <a:rect r="r" b="b" t="t" l="l"/>
              <a:pathLst>
                <a:path h="5665597" w="5665597">
                  <a:moveTo>
                    <a:pt x="0" y="0"/>
                  </a:moveTo>
                  <a:lnTo>
                    <a:pt x="5665597" y="0"/>
                  </a:lnTo>
                  <a:lnTo>
                    <a:pt x="5665597" y="5665597"/>
                  </a:lnTo>
                  <a:lnTo>
                    <a:pt x="0" y="5665597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8016035" y="3316580"/>
            <a:ext cx="3653841" cy="3653841"/>
            <a:chOff x="0" y="0"/>
            <a:chExt cx="4871788" cy="48717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1847" cy="4871847"/>
            </a:xfrm>
            <a:custGeom>
              <a:avLst/>
              <a:gdLst/>
              <a:ahLst/>
              <a:cxnLst/>
              <a:rect r="r" b="b" t="t" l="l"/>
              <a:pathLst>
                <a:path h="4871847" w="4871847">
                  <a:moveTo>
                    <a:pt x="0" y="0"/>
                  </a:moveTo>
                  <a:lnTo>
                    <a:pt x="0" y="4871847"/>
                  </a:lnTo>
                  <a:lnTo>
                    <a:pt x="4871847" y="4871847"/>
                  </a:lnTo>
                  <a:lnTo>
                    <a:pt x="4871847" y="0"/>
                  </a:lnTo>
                  <a:lnTo>
                    <a:pt x="0" y="0"/>
                  </a:lnTo>
                  <a:close/>
                  <a:moveTo>
                    <a:pt x="4716653" y="4716653"/>
                  </a:moveTo>
                  <a:lnTo>
                    <a:pt x="151892" y="4716653"/>
                  </a:lnTo>
                  <a:lnTo>
                    <a:pt x="151892" y="151892"/>
                  </a:lnTo>
                  <a:lnTo>
                    <a:pt x="4716653" y="151892"/>
                  </a:lnTo>
                  <a:lnTo>
                    <a:pt x="4716653" y="47166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3386722" y="9391458"/>
            <a:ext cx="3362499" cy="5745117"/>
            <a:chOff x="0" y="0"/>
            <a:chExt cx="4483332" cy="76601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3354" cy="7660132"/>
            </a:xfrm>
            <a:custGeom>
              <a:avLst/>
              <a:gdLst/>
              <a:ahLst/>
              <a:cxnLst/>
              <a:rect r="r" b="b" t="t" l="l"/>
              <a:pathLst>
                <a:path h="7660132" w="4483354">
                  <a:moveTo>
                    <a:pt x="0" y="0"/>
                  </a:moveTo>
                  <a:lnTo>
                    <a:pt x="0" y="7660132"/>
                  </a:lnTo>
                  <a:lnTo>
                    <a:pt x="4483354" y="7660132"/>
                  </a:lnTo>
                  <a:lnTo>
                    <a:pt x="4483354" y="0"/>
                  </a:lnTo>
                  <a:lnTo>
                    <a:pt x="0" y="0"/>
                  </a:lnTo>
                  <a:close/>
                  <a:moveTo>
                    <a:pt x="4221480" y="7398385"/>
                  </a:moveTo>
                  <a:lnTo>
                    <a:pt x="256286" y="7398385"/>
                  </a:lnTo>
                  <a:lnTo>
                    <a:pt x="256286" y="256286"/>
                  </a:lnTo>
                  <a:lnTo>
                    <a:pt x="4221480" y="256286"/>
                  </a:lnTo>
                  <a:lnTo>
                    <a:pt x="4221480" y="7398385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2024455" y="-4285306"/>
            <a:ext cx="4402267" cy="4402267"/>
            <a:chOff x="0" y="0"/>
            <a:chExt cx="5869689" cy="58696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69686" cy="5869686"/>
            </a:xfrm>
            <a:custGeom>
              <a:avLst/>
              <a:gdLst/>
              <a:ahLst/>
              <a:cxnLst/>
              <a:rect r="r" b="b" t="t" l="l"/>
              <a:pathLst>
                <a:path h="5869686" w="5869686">
                  <a:moveTo>
                    <a:pt x="0" y="0"/>
                  </a:moveTo>
                  <a:lnTo>
                    <a:pt x="0" y="5869686"/>
                  </a:lnTo>
                  <a:lnTo>
                    <a:pt x="5869686" y="5869686"/>
                  </a:lnTo>
                  <a:lnTo>
                    <a:pt x="5869686" y="0"/>
                  </a:lnTo>
                  <a:lnTo>
                    <a:pt x="0" y="0"/>
                  </a:lnTo>
                  <a:close/>
                  <a:moveTo>
                    <a:pt x="5682742" y="5682742"/>
                  </a:moveTo>
                  <a:lnTo>
                    <a:pt x="183007" y="5682742"/>
                  </a:lnTo>
                  <a:lnTo>
                    <a:pt x="183007" y="183007"/>
                  </a:lnTo>
                  <a:lnTo>
                    <a:pt x="5682742" y="183007"/>
                  </a:lnTo>
                  <a:lnTo>
                    <a:pt x="5682742" y="5682742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-1309" y="1309"/>
            <a:ext cx="1635964" cy="1633346"/>
            <a:chOff x="0" y="0"/>
            <a:chExt cx="2181285" cy="2177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1225" cy="2177796"/>
            </a:xfrm>
            <a:custGeom>
              <a:avLst/>
              <a:gdLst/>
              <a:ahLst/>
              <a:cxnLst/>
              <a:rect r="r" b="b" t="t" l="l"/>
              <a:pathLst>
                <a:path h="2177796" w="2181225">
                  <a:moveTo>
                    <a:pt x="2181225" y="2177796"/>
                  </a:moveTo>
                  <a:lnTo>
                    <a:pt x="0" y="2177796"/>
                  </a:lnTo>
                  <a:lnTo>
                    <a:pt x="0" y="0"/>
                  </a:lnTo>
                  <a:lnTo>
                    <a:pt x="2181225" y="2177796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21264" y="2387133"/>
            <a:ext cx="9800416" cy="5512734"/>
            <a:chOff x="0" y="0"/>
            <a:chExt cx="13067221" cy="73503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67157" cy="7350252"/>
            </a:xfrm>
            <a:custGeom>
              <a:avLst/>
              <a:gdLst/>
              <a:ahLst/>
              <a:cxnLst/>
              <a:rect r="r" b="b" t="t" l="l"/>
              <a:pathLst>
                <a:path h="7350252" w="13067157">
                  <a:moveTo>
                    <a:pt x="0" y="0"/>
                  </a:moveTo>
                  <a:lnTo>
                    <a:pt x="13067157" y="0"/>
                  </a:lnTo>
                  <a:lnTo>
                    <a:pt x="13067157" y="7350252"/>
                  </a:lnTo>
                  <a:lnTo>
                    <a:pt x="0" y="7350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90266" y="2241846"/>
            <a:ext cx="5497622" cy="5906275"/>
            <a:chOff x="0" y="0"/>
            <a:chExt cx="7330163" cy="78750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0163" cy="7875033"/>
            </a:xfrm>
            <a:custGeom>
              <a:avLst/>
              <a:gdLst/>
              <a:ahLst/>
              <a:cxnLst/>
              <a:rect r="r" b="b" t="t" l="l"/>
              <a:pathLst>
                <a:path h="7875033" w="7330163">
                  <a:moveTo>
                    <a:pt x="0" y="0"/>
                  </a:moveTo>
                  <a:lnTo>
                    <a:pt x="7330163" y="0"/>
                  </a:lnTo>
                  <a:lnTo>
                    <a:pt x="7330163" y="7875033"/>
                  </a:lnTo>
                  <a:lnTo>
                    <a:pt x="0" y="7875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30163" cy="79607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5207"/>
                </a:lnSpc>
              </a:pPr>
              <a:r>
                <a:rPr lang="en-US" sz="371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Divide el conjunto de elementos en una parte ordenada y otra desordenada. Toma un elemento de la parte desordenada y lo inserta en la posición correcta en la parte ordenada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970528" y="355630"/>
            <a:ext cx="5404896" cy="156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Inserción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7801712" y="3018912"/>
            <a:ext cx="4249175" cy="4249175"/>
            <a:chOff x="0" y="0"/>
            <a:chExt cx="5665567" cy="56655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65597" cy="5665597"/>
            </a:xfrm>
            <a:custGeom>
              <a:avLst/>
              <a:gdLst/>
              <a:ahLst/>
              <a:cxnLst/>
              <a:rect r="r" b="b" t="t" l="l"/>
              <a:pathLst>
                <a:path h="5665597" w="5665597">
                  <a:moveTo>
                    <a:pt x="0" y="0"/>
                  </a:moveTo>
                  <a:lnTo>
                    <a:pt x="5665597" y="0"/>
                  </a:lnTo>
                  <a:lnTo>
                    <a:pt x="5665597" y="5665597"/>
                  </a:lnTo>
                  <a:lnTo>
                    <a:pt x="0" y="5665597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8016035" y="3316580"/>
            <a:ext cx="3653841" cy="3653841"/>
            <a:chOff x="0" y="0"/>
            <a:chExt cx="4871788" cy="48717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1847" cy="4871847"/>
            </a:xfrm>
            <a:custGeom>
              <a:avLst/>
              <a:gdLst/>
              <a:ahLst/>
              <a:cxnLst/>
              <a:rect r="r" b="b" t="t" l="l"/>
              <a:pathLst>
                <a:path h="4871847" w="4871847">
                  <a:moveTo>
                    <a:pt x="0" y="0"/>
                  </a:moveTo>
                  <a:lnTo>
                    <a:pt x="0" y="4871847"/>
                  </a:lnTo>
                  <a:lnTo>
                    <a:pt x="4871847" y="4871847"/>
                  </a:lnTo>
                  <a:lnTo>
                    <a:pt x="4871847" y="0"/>
                  </a:lnTo>
                  <a:lnTo>
                    <a:pt x="0" y="0"/>
                  </a:lnTo>
                  <a:close/>
                  <a:moveTo>
                    <a:pt x="4716653" y="4716653"/>
                  </a:moveTo>
                  <a:lnTo>
                    <a:pt x="151892" y="4716653"/>
                  </a:lnTo>
                  <a:lnTo>
                    <a:pt x="151892" y="151892"/>
                  </a:lnTo>
                  <a:lnTo>
                    <a:pt x="4716653" y="151892"/>
                  </a:lnTo>
                  <a:lnTo>
                    <a:pt x="4716653" y="47166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3386722" y="9391458"/>
            <a:ext cx="3362499" cy="5745117"/>
            <a:chOff x="0" y="0"/>
            <a:chExt cx="4483332" cy="76601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3354" cy="7660132"/>
            </a:xfrm>
            <a:custGeom>
              <a:avLst/>
              <a:gdLst/>
              <a:ahLst/>
              <a:cxnLst/>
              <a:rect r="r" b="b" t="t" l="l"/>
              <a:pathLst>
                <a:path h="7660132" w="4483354">
                  <a:moveTo>
                    <a:pt x="0" y="0"/>
                  </a:moveTo>
                  <a:lnTo>
                    <a:pt x="0" y="7660132"/>
                  </a:lnTo>
                  <a:lnTo>
                    <a:pt x="4483354" y="7660132"/>
                  </a:lnTo>
                  <a:lnTo>
                    <a:pt x="4483354" y="0"/>
                  </a:lnTo>
                  <a:lnTo>
                    <a:pt x="0" y="0"/>
                  </a:lnTo>
                  <a:close/>
                  <a:moveTo>
                    <a:pt x="4221480" y="7398385"/>
                  </a:moveTo>
                  <a:lnTo>
                    <a:pt x="256286" y="7398385"/>
                  </a:lnTo>
                  <a:lnTo>
                    <a:pt x="256286" y="256286"/>
                  </a:lnTo>
                  <a:lnTo>
                    <a:pt x="4221480" y="256286"/>
                  </a:lnTo>
                  <a:lnTo>
                    <a:pt x="4221480" y="7398385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2024455" y="-4285306"/>
            <a:ext cx="4402267" cy="4402267"/>
            <a:chOff x="0" y="0"/>
            <a:chExt cx="5869689" cy="58696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69686" cy="5869686"/>
            </a:xfrm>
            <a:custGeom>
              <a:avLst/>
              <a:gdLst/>
              <a:ahLst/>
              <a:cxnLst/>
              <a:rect r="r" b="b" t="t" l="l"/>
              <a:pathLst>
                <a:path h="5869686" w="5869686">
                  <a:moveTo>
                    <a:pt x="0" y="0"/>
                  </a:moveTo>
                  <a:lnTo>
                    <a:pt x="0" y="5869686"/>
                  </a:lnTo>
                  <a:lnTo>
                    <a:pt x="5869686" y="5869686"/>
                  </a:lnTo>
                  <a:lnTo>
                    <a:pt x="5869686" y="0"/>
                  </a:lnTo>
                  <a:lnTo>
                    <a:pt x="0" y="0"/>
                  </a:lnTo>
                  <a:close/>
                  <a:moveTo>
                    <a:pt x="5682742" y="5682742"/>
                  </a:moveTo>
                  <a:lnTo>
                    <a:pt x="183007" y="5682742"/>
                  </a:lnTo>
                  <a:lnTo>
                    <a:pt x="183007" y="183007"/>
                  </a:lnTo>
                  <a:lnTo>
                    <a:pt x="5682742" y="183007"/>
                  </a:lnTo>
                  <a:lnTo>
                    <a:pt x="5682742" y="5682742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-1309" y="1309"/>
            <a:ext cx="1635964" cy="1633346"/>
            <a:chOff x="0" y="0"/>
            <a:chExt cx="2181285" cy="2177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1225" cy="2177796"/>
            </a:xfrm>
            <a:custGeom>
              <a:avLst/>
              <a:gdLst/>
              <a:ahLst/>
              <a:cxnLst/>
              <a:rect r="r" b="b" t="t" l="l"/>
              <a:pathLst>
                <a:path h="2177796" w="2181225">
                  <a:moveTo>
                    <a:pt x="2181225" y="2177796"/>
                  </a:moveTo>
                  <a:lnTo>
                    <a:pt x="0" y="2177796"/>
                  </a:lnTo>
                  <a:lnTo>
                    <a:pt x="0" y="0"/>
                  </a:lnTo>
                  <a:lnTo>
                    <a:pt x="2181225" y="2177796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65665" y="2138879"/>
            <a:ext cx="9715858" cy="5739081"/>
            <a:chOff x="0" y="0"/>
            <a:chExt cx="12954477" cy="76521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54508" cy="7652131"/>
            </a:xfrm>
            <a:custGeom>
              <a:avLst/>
              <a:gdLst/>
              <a:ahLst/>
              <a:cxnLst/>
              <a:rect r="r" b="b" t="t" l="l"/>
              <a:pathLst>
                <a:path h="7652131" w="12954508">
                  <a:moveTo>
                    <a:pt x="0" y="0"/>
                  </a:moveTo>
                  <a:lnTo>
                    <a:pt x="12954508" y="0"/>
                  </a:lnTo>
                  <a:lnTo>
                    <a:pt x="12954508" y="7652131"/>
                  </a:lnTo>
                  <a:lnTo>
                    <a:pt x="0" y="7652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90266" y="2241846"/>
            <a:ext cx="5497622" cy="5991402"/>
            <a:chOff x="0" y="0"/>
            <a:chExt cx="7330163" cy="79885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0163" cy="7988536"/>
            </a:xfrm>
            <a:custGeom>
              <a:avLst/>
              <a:gdLst/>
              <a:ahLst/>
              <a:cxnLst/>
              <a:rect r="r" b="b" t="t" l="l"/>
              <a:pathLst>
                <a:path h="7988536" w="7330163">
                  <a:moveTo>
                    <a:pt x="0" y="0"/>
                  </a:moveTo>
                  <a:lnTo>
                    <a:pt x="7330163" y="0"/>
                  </a:lnTo>
                  <a:lnTo>
                    <a:pt x="7330163" y="7988536"/>
                  </a:lnTo>
                  <a:lnTo>
                    <a:pt x="0" y="79885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30163" cy="807426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5207"/>
                </a:lnSpc>
              </a:pPr>
              <a:r>
                <a:rPr lang="en-US" sz="371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Busca el elemento más pequeño en el conjunto de elementos y lo coloca en la posición correcta. Luego, busca el siguiente elemento más pequeño y lo coloca en la siguiente posición correcta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957945" y="355630"/>
            <a:ext cx="5430062" cy="156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Selección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20445" y="4274503"/>
            <a:ext cx="6247111" cy="1566544"/>
            <a:chOff x="0" y="0"/>
            <a:chExt cx="8329481" cy="208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29482" cy="2088725"/>
            </a:xfrm>
            <a:custGeom>
              <a:avLst/>
              <a:gdLst/>
              <a:ahLst/>
              <a:cxnLst/>
              <a:rect r="r" b="b" t="t" l="l"/>
              <a:pathLst>
                <a:path h="2088725" w="8329482">
                  <a:moveTo>
                    <a:pt x="0" y="0"/>
                  </a:moveTo>
                  <a:lnTo>
                    <a:pt x="8329482" y="0"/>
                  </a:lnTo>
                  <a:lnTo>
                    <a:pt x="8329482" y="2088725"/>
                  </a:lnTo>
                  <a:lnTo>
                    <a:pt x="0" y="2088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71450"/>
              <a:ext cx="8329481" cy="22601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2880"/>
                </a:lnSpc>
              </a:pPr>
              <a:r>
                <a:rPr lang="en-US" sz="92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EJEMPLOS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7801712" y="3018912"/>
            <a:ext cx="4249175" cy="4249175"/>
            <a:chOff x="0" y="0"/>
            <a:chExt cx="5665567" cy="56655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65597" cy="5665597"/>
            </a:xfrm>
            <a:custGeom>
              <a:avLst/>
              <a:gdLst/>
              <a:ahLst/>
              <a:cxnLst/>
              <a:rect r="r" b="b" t="t" l="l"/>
              <a:pathLst>
                <a:path h="5665597" w="5665597">
                  <a:moveTo>
                    <a:pt x="0" y="0"/>
                  </a:moveTo>
                  <a:lnTo>
                    <a:pt x="5665597" y="0"/>
                  </a:lnTo>
                  <a:lnTo>
                    <a:pt x="5665597" y="5665597"/>
                  </a:lnTo>
                  <a:lnTo>
                    <a:pt x="0" y="5665597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7" id="7"/>
          <p:cNvGrpSpPr/>
          <p:nvPr/>
        </p:nvGrpSpPr>
        <p:grpSpPr>
          <a:xfrm rot="2700000">
            <a:off x="18016035" y="3316580"/>
            <a:ext cx="3653841" cy="3653841"/>
            <a:chOff x="0" y="0"/>
            <a:chExt cx="4871788" cy="48717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71847" cy="4871847"/>
            </a:xfrm>
            <a:custGeom>
              <a:avLst/>
              <a:gdLst/>
              <a:ahLst/>
              <a:cxnLst/>
              <a:rect r="r" b="b" t="t" l="l"/>
              <a:pathLst>
                <a:path h="4871847" w="4871847">
                  <a:moveTo>
                    <a:pt x="0" y="0"/>
                  </a:moveTo>
                  <a:lnTo>
                    <a:pt x="0" y="4871847"/>
                  </a:lnTo>
                  <a:lnTo>
                    <a:pt x="4871847" y="4871847"/>
                  </a:lnTo>
                  <a:lnTo>
                    <a:pt x="4871847" y="0"/>
                  </a:lnTo>
                  <a:lnTo>
                    <a:pt x="0" y="0"/>
                  </a:lnTo>
                  <a:close/>
                  <a:moveTo>
                    <a:pt x="4716653" y="4716653"/>
                  </a:moveTo>
                  <a:lnTo>
                    <a:pt x="151892" y="4716653"/>
                  </a:lnTo>
                  <a:lnTo>
                    <a:pt x="151892" y="151892"/>
                  </a:lnTo>
                  <a:lnTo>
                    <a:pt x="4716653" y="151892"/>
                  </a:lnTo>
                  <a:lnTo>
                    <a:pt x="4716653" y="47166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2700000">
            <a:off x="13386722" y="9391458"/>
            <a:ext cx="3362499" cy="5745117"/>
            <a:chOff x="0" y="0"/>
            <a:chExt cx="4483332" cy="76601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83354" cy="7660132"/>
            </a:xfrm>
            <a:custGeom>
              <a:avLst/>
              <a:gdLst/>
              <a:ahLst/>
              <a:cxnLst/>
              <a:rect r="r" b="b" t="t" l="l"/>
              <a:pathLst>
                <a:path h="7660132" w="4483354">
                  <a:moveTo>
                    <a:pt x="0" y="0"/>
                  </a:moveTo>
                  <a:lnTo>
                    <a:pt x="0" y="7660132"/>
                  </a:lnTo>
                  <a:lnTo>
                    <a:pt x="4483354" y="7660132"/>
                  </a:lnTo>
                  <a:lnTo>
                    <a:pt x="4483354" y="0"/>
                  </a:lnTo>
                  <a:lnTo>
                    <a:pt x="0" y="0"/>
                  </a:lnTo>
                  <a:close/>
                  <a:moveTo>
                    <a:pt x="4221480" y="7398385"/>
                  </a:moveTo>
                  <a:lnTo>
                    <a:pt x="256286" y="7398385"/>
                  </a:lnTo>
                  <a:lnTo>
                    <a:pt x="256286" y="256286"/>
                  </a:lnTo>
                  <a:lnTo>
                    <a:pt x="4221480" y="256286"/>
                  </a:lnTo>
                  <a:lnTo>
                    <a:pt x="4221480" y="7398385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2700000">
            <a:off x="12024455" y="-4285306"/>
            <a:ext cx="4402267" cy="4402267"/>
            <a:chOff x="0" y="0"/>
            <a:chExt cx="5869689" cy="58696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69686" cy="5869686"/>
            </a:xfrm>
            <a:custGeom>
              <a:avLst/>
              <a:gdLst/>
              <a:ahLst/>
              <a:cxnLst/>
              <a:rect r="r" b="b" t="t" l="l"/>
              <a:pathLst>
                <a:path h="5869686" w="5869686">
                  <a:moveTo>
                    <a:pt x="0" y="0"/>
                  </a:moveTo>
                  <a:lnTo>
                    <a:pt x="0" y="5869686"/>
                  </a:lnTo>
                  <a:lnTo>
                    <a:pt x="5869686" y="5869686"/>
                  </a:lnTo>
                  <a:lnTo>
                    <a:pt x="5869686" y="0"/>
                  </a:lnTo>
                  <a:lnTo>
                    <a:pt x="0" y="0"/>
                  </a:lnTo>
                  <a:close/>
                  <a:moveTo>
                    <a:pt x="5682742" y="5682742"/>
                  </a:moveTo>
                  <a:lnTo>
                    <a:pt x="183007" y="5682742"/>
                  </a:lnTo>
                  <a:lnTo>
                    <a:pt x="183007" y="183007"/>
                  </a:lnTo>
                  <a:lnTo>
                    <a:pt x="5682742" y="183007"/>
                  </a:lnTo>
                  <a:lnTo>
                    <a:pt x="5682742" y="5682742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-1309" y="1309"/>
            <a:ext cx="1635964" cy="1633346"/>
            <a:chOff x="0" y="0"/>
            <a:chExt cx="2181285" cy="21777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1225" cy="2177796"/>
            </a:xfrm>
            <a:custGeom>
              <a:avLst/>
              <a:gdLst/>
              <a:ahLst/>
              <a:cxnLst/>
              <a:rect r="r" b="b" t="t" l="l"/>
              <a:pathLst>
                <a:path h="2177796" w="2181225">
                  <a:moveTo>
                    <a:pt x="2181225" y="2177796"/>
                  </a:moveTo>
                  <a:lnTo>
                    <a:pt x="0" y="2177796"/>
                  </a:lnTo>
                  <a:lnTo>
                    <a:pt x="0" y="0"/>
                  </a:lnTo>
                  <a:lnTo>
                    <a:pt x="2181225" y="2177796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58767" y="2408333"/>
            <a:ext cx="7662912" cy="5739787"/>
            <a:chOff x="0" y="0"/>
            <a:chExt cx="10217216" cy="76530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17277" cy="7653020"/>
            </a:xfrm>
            <a:custGeom>
              <a:avLst/>
              <a:gdLst/>
              <a:ahLst/>
              <a:cxnLst/>
              <a:rect r="r" b="b" t="t" l="l"/>
              <a:pathLst>
                <a:path h="7653020" w="10217277">
                  <a:moveTo>
                    <a:pt x="0" y="0"/>
                  </a:moveTo>
                  <a:lnTo>
                    <a:pt x="10217277" y="0"/>
                  </a:lnTo>
                  <a:lnTo>
                    <a:pt x="10217277" y="7653020"/>
                  </a:lnTo>
                  <a:lnTo>
                    <a:pt x="0" y="7653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3133338"/>
            <a:ext cx="7161330" cy="3934600"/>
            <a:chOff x="0" y="0"/>
            <a:chExt cx="9548440" cy="52461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48440" cy="5246133"/>
            </a:xfrm>
            <a:custGeom>
              <a:avLst/>
              <a:gdLst/>
              <a:ahLst/>
              <a:cxnLst/>
              <a:rect r="r" b="b" t="t" l="l"/>
              <a:pathLst>
                <a:path h="5246133" w="9548440">
                  <a:moveTo>
                    <a:pt x="0" y="0"/>
                  </a:moveTo>
                  <a:lnTo>
                    <a:pt x="9548440" y="0"/>
                  </a:lnTo>
                  <a:lnTo>
                    <a:pt x="9548440" y="5246133"/>
                  </a:lnTo>
                  <a:lnTo>
                    <a:pt x="0" y="5246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9548440" cy="53318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5207"/>
                </a:lnSpc>
              </a:pPr>
              <a:r>
                <a:rPr lang="en-US" sz="371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Compara pares de elementos adyacentes y los intercambia si están en el orden incorrecto. Repite este proceso hasta que todos los elementos estén ordenados.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346454" y="355630"/>
            <a:ext cx="4653044" cy="156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Burbuja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13440" y="2257063"/>
            <a:ext cx="6724650" cy="6038850"/>
          </a:xfrm>
          <a:custGeom>
            <a:avLst/>
            <a:gdLst/>
            <a:ahLst/>
            <a:cxnLst/>
            <a:rect r="r" b="b" t="t" l="l"/>
            <a:pathLst>
              <a:path h="6038850" w="6724650">
                <a:moveTo>
                  <a:pt x="0" y="0"/>
                </a:moveTo>
                <a:lnTo>
                  <a:pt x="6724650" y="0"/>
                </a:lnTo>
                <a:lnTo>
                  <a:pt x="6724650" y="6038850"/>
                </a:lnTo>
                <a:lnTo>
                  <a:pt x="0" y="6038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41441"/>
            <a:ext cx="6012292" cy="863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Matriz dispersa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7627" y="2152288"/>
            <a:ext cx="7058911" cy="162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2758" spc="3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Una matriz dispersa es una matriz en la que la mayoría de los elementos son cero.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54627" y="6253328"/>
            <a:ext cx="7804673" cy="3229520"/>
          </a:xfrm>
          <a:custGeom>
            <a:avLst/>
            <a:gdLst/>
            <a:ahLst/>
            <a:cxnLst/>
            <a:rect r="r" b="b" t="t" l="l"/>
            <a:pathLst>
              <a:path h="3229520" w="7804673">
                <a:moveTo>
                  <a:pt x="0" y="0"/>
                </a:moveTo>
                <a:lnTo>
                  <a:pt x="7804673" y="0"/>
                </a:lnTo>
                <a:lnTo>
                  <a:pt x="7804673" y="3229520"/>
                </a:lnTo>
                <a:lnTo>
                  <a:pt x="0" y="322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89671" y="1028700"/>
            <a:ext cx="5275019" cy="4274862"/>
          </a:xfrm>
          <a:custGeom>
            <a:avLst/>
            <a:gdLst/>
            <a:ahLst/>
            <a:cxnLst/>
            <a:rect r="r" b="b" t="t" l="l"/>
            <a:pathLst>
              <a:path h="4274862" w="5275019">
                <a:moveTo>
                  <a:pt x="0" y="0"/>
                </a:moveTo>
                <a:lnTo>
                  <a:pt x="5275018" y="0"/>
                </a:lnTo>
                <a:lnTo>
                  <a:pt x="5275018" y="4274862"/>
                </a:lnTo>
                <a:lnTo>
                  <a:pt x="0" y="4274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32706"/>
            <a:ext cx="9281513" cy="148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IMPLEMENTACION CON LISTA ENLAZADA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134663"/>
            <a:ext cx="7228599" cy="148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IMPLEMENTACION CON CABECERAS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7390" y="762000"/>
            <a:ext cx="13503300" cy="13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72716" y="3794395"/>
            <a:ext cx="5812805" cy="21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925" indent="-259308" lvl="2">
              <a:lnSpc>
                <a:spcPts val="5717"/>
              </a:lnSpc>
              <a:buFont typeface="Arial"/>
              <a:buChar char="⚬"/>
            </a:pPr>
            <a:r>
              <a:rPr lang="en-US" sz="3402">
                <a:solidFill>
                  <a:srgbClr val="131416"/>
                </a:solidFill>
                <a:latin typeface="Arial MT Pro"/>
                <a:ea typeface="Arial MT Pro"/>
                <a:cs typeface="Arial MT Pro"/>
                <a:sym typeface="Arial MT Pro"/>
              </a:rPr>
              <a:t>Algoritmo insersion</a:t>
            </a:r>
          </a:p>
          <a:p>
            <a:pPr algn="just" marL="777925" indent="-259308" lvl="2">
              <a:lnSpc>
                <a:spcPts val="5717"/>
              </a:lnSpc>
              <a:buFont typeface="Arial"/>
              <a:buChar char="⚬"/>
            </a:pPr>
            <a:r>
              <a:rPr lang="en-US" sz="3402">
                <a:solidFill>
                  <a:srgbClr val="131416"/>
                </a:solidFill>
                <a:latin typeface="Arial MT Pro"/>
                <a:ea typeface="Arial MT Pro"/>
                <a:cs typeface="Arial MT Pro"/>
                <a:sym typeface="Arial MT Pro"/>
              </a:rPr>
              <a:t>Algoritmo burbuja</a:t>
            </a:r>
          </a:p>
          <a:p>
            <a:pPr algn="just" marL="777998" indent="-259333" lvl="2">
              <a:lnSpc>
                <a:spcPts val="5718"/>
              </a:lnSpc>
              <a:buFont typeface="Arial"/>
              <a:buChar char="⚬"/>
            </a:pPr>
            <a:r>
              <a:rPr lang="en-US" sz="3403">
                <a:solidFill>
                  <a:srgbClr val="131416"/>
                </a:solidFill>
                <a:latin typeface="Arial MT Pro"/>
                <a:ea typeface="Arial MT Pro"/>
                <a:cs typeface="Arial MT Pro"/>
                <a:sym typeface="Arial MT Pro"/>
              </a:rPr>
              <a:t>Matriz dispersa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17722" y="2546277"/>
            <a:ext cx="7416932" cy="7416932"/>
          </a:xfrm>
          <a:custGeom>
            <a:avLst/>
            <a:gdLst/>
            <a:ahLst/>
            <a:cxnLst/>
            <a:rect r="r" b="b" t="t" l="l"/>
            <a:pathLst>
              <a:path h="7416932" w="7416932">
                <a:moveTo>
                  <a:pt x="0" y="0"/>
                </a:moveTo>
                <a:lnTo>
                  <a:pt x="7416931" y="0"/>
                </a:lnTo>
                <a:lnTo>
                  <a:pt x="7416931" y="7416932"/>
                </a:lnTo>
                <a:lnTo>
                  <a:pt x="0" y="7416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07390" y="762000"/>
            <a:ext cx="13503300" cy="13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NOMBRE DEL VALOR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6469" y="2146227"/>
            <a:ext cx="7874701" cy="160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00"/>
              </a:lnSpc>
            </a:pPr>
            <a:r>
              <a:rPr lang="en-US" sz="7975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Curiosidad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38193"/>
            <a:ext cx="7487699" cy="178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Hay que ser curiosos e indagar en más información aparte de la que nos brindan.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7390" y="762000"/>
            <a:ext cx="13503300" cy="13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0"/>
            <a:ext cx="7000174" cy="4361449"/>
            <a:chOff x="0" y="0"/>
            <a:chExt cx="9333565" cy="58152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33611" cy="5815203"/>
            </a:xfrm>
            <a:custGeom>
              <a:avLst/>
              <a:gdLst/>
              <a:ahLst/>
              <a:cxnLst/>
              <a:rect r="r" b="b" t="t" l="l"/>
              <a:pathLst>
                <a:path h="5815203" w="9333611">
                  <a:moveTo>
                    <a:pt x="0" y="0"/>
                  </a:moveTo>
                  <a:lnTo>
                    <a:pt x="9333611" y="0"/>
                  </a:lnTo>
                  <a:lnTo>
                    <a:pt x="9333611" y="5815203"/>
                  </a:lnTo>
                  <a:lnTo>
                    <a:pt x="0" y="5815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05567" y="4003544"/>
            <a:ext cx="3676866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  <a:hlinkClick r:id="rId4" tooltip="https://www.geeksforgeeks.org/dsa/bubble-sort-algorithm/"/>
              </a:rPr>
              <a:t>Algoritmo burbuja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78434" y="5239863"/>
            <a:ext cx="2731131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  <a:hlinkClick r:id="rId5" tooltip="https://www.geeksforgeeks.org/dsa/insertion-sort-algorithm/"/>
              </a:rPr>
              <a:t>Selection sort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00174" y="6477451"/>
            <a:ext cx="4011048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  <a:hlinkClick r:id="rId6" tooltip="https://www.geeksforgeeks.org/java/java-program-for-selection-sort/"/>
              </a:rPr>
              <a:t>Insertion sort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8321" y="4185771"/>
            <a:ext cx="13991100" cy="11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7"/>
              </a:lnSpc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3"/>
            <a:ext cx="4695574" cy="6434676"/>
            <a:chOff x="0" y="0"/>
            <a:chExt cx="6260765" cy="85795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60719" cy="8579612"/>
            </a:xfrm>
            <a:custGeom>
              <a:avLst/>
              <a:gdLst/>
              <a:ahLst/>
              <a:cxnLst/>
              <a:rect r="r" b="b" t="t" l="l"/>
              <a:pathLst>
                <a:path h="8579612" w="6260719">
                  <a:moveTo>
                    <a:pt x="0" y="0"/>
                  </a:moveTo>
                  <a:lnTo>
                    <a:pt x="6260719" y="0"/>
                  </a:lnTo>
                  <a:lnTo>
                    <a:pt x="6260719" y="8579612"/>
                  </a:lnTo>
                  <a:lnTo>
                    <a:pt x="0" y="857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8439" y="3868264"/>
            <a:ext cx="13991100" cy="11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7"/>
              </a:lnSpc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-5"/>
            <a:ext cx="4077824" cy="4077824"/>
            <a:chOff x="0" y="0"/>
            <a:chExt cx="5437099" cy="54370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7124" cy="5437124"/>
            </a:xfrm>
            <a:custGeom>
              <a:avLst/>
              <a:gdLst/>
              <a:ahLst/>
              <a:cxnLst/>
              <a:rect r="r" b="b" t="t" l="l"/>
              <a:pathLst>
                <a:path h="5437124" w="5437124">
                  <a:moveTo>
                    <a:pt x="0" y="0"/>
                  </a:moveTo>
                  <a:lnTo>
                    <a:pt x="5437124" y="0"/>
                  </a:lnTo>
                  <a:lnTo>
                    <a:pt x="5437124" y="5437124"/>
                  </a:lnTo>
                  <a:lnTo>
                    <a:pt x="0" y="5437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447195" y="5334021"/>
            <a:ext cx="4626468" cy="4575998"/>
            <a:chOff x="0" y="0"/>
            <a:chExt cx="6168624" cy="61013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68644" cy="6101334"/>
            </a:xfrm>
            <a:custGeom>
              <a:avLst/>
              <a:gdLst/>
              <a:ahLst/>
              <a:cxnLst/>
              <a:rect r="r" b="b" t="t" l="l"/>
              <a:pathLst>
                <a:path h="6101334" w="6168644">
                  <a:moveTo>
                    <a:pt x="0" y="0"/>
                  </a:moveTo>
                  <a:lnTo>
                    <a:pt x="6168644" y="0"/>
                  </a:lnTo>
                  <a:lnTo>
                    <a:pt x="6168644" y="6101334"/>
                  </a:lnTo>
                  <a:lnTo>
                    <a:pt x="0" y="6101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" r="0" b="-2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236857" y="6685277"/>
            <a:ext cx="3238200" cy="21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014">
                <a:solidFill>
                  <a:srgbClr val="131416"/>
                </a:solidFill>
                <a:latin typeface="Open Sans 1"/>
                <a:ea typeface="Open Sans 1"/>
                <a:cs typeface="Open Sans 1"/>
                <a:sym typeface="Open Sans 1"/>
              </a:rPr>
              <a:t>Crearas la actividad donde los alumnos practicarán por sí solos los conocimientos abordados en esta sesión.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902" y="0"/>
            <a:ext cx="18254198" cy="10287001"/>
            <a:chOff x="0" y="0"/>
            <a:chExt cx="24338931" cy="13716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891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38914">
                  <a:moveTo>
                    <a:pt x="0" y="0"/>
                  </a:moveTo>
                  <a:lnTo>
                    <a:pt x="24338914" y="0"/>
                  </a:lnTo>
                  <a:lnTo>
                    <a:pt x="2433891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2000"/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6900" y="1507250"/>
          <a:ext cx="10439400" cy="2006600"/>
        </p:xfrm>
        <a:graphic>
          <a:graphicData uri="http://schemas.openxmlformats.org/drawingml/2006/table">
            <a:tbl>
              <a:tblPr/>
              <a:tblGrid>
                <a:gridCol w="5520146"/>
                <a:gridCol w="4919254"/>
              </a:tblGrid>
              <a:tr h="6396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Nombre de la actividad: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5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Cantidad de participantes: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1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Doy fe que esta actividad está planificada en dtt (Sí/No):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82850" y="4445700"/>
            <a:ext cx="17672100" cy="45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Participantes: llenar las siguientes cajas de texto (tomar información del chat del meet)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375" y="4946275"/>
            <a:ext cx="6186450" cy="757950"/>
            <a:chOff x="0" y="0"/>
            <a:chExt cx="8248600" cy="101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48650" cy="1010539"/>
            </a:xfrm>
            <a:custGeom>
              <a:avLst/>
              <a:gdLst/>
              <a:ahLst/>
              <a:cxnLst/>
              <a:rect r="r" b="b" t="t" l="l"/>
              <a:pathLst>
                <a:path h="1010539" w="8248650">
                  <a:moveTo>
                    <a:pt x="12700" y="0"/>
                  </a:moveTo>
                  <a:lnTo>
                    <a:pt x="8235950" y="0"/>
                  </a:lnTo>
                  <a:cubicBezTo>
                    <a:pt x="8242935" y="0"/>
                    <a:pt x="8248650" y="5715"/>
                    <a:pt x="8248650" y="12700"/>
                  </a:cubicBezTo>
                  <a:lnTo>
                    <a:pt x="8248650" y="997839"/>
                  </a:lnTo>
                  <a:cubicBezTo>
                    <a:pt x="8248650" y="1004824"/>
                    <a:pt x="8242935" y="1010539"/>
                    <a:pt x="8235950" y="1010539"/>
                  </a:cubicBezTo>
                  <a:lnTo>
                    <a:pt x="12700" y="1010539"/>
                  </a:lnTo>
                  <a:cubicBezTo>
                    <a:pt x="5715" y="1010539"/>
                    <a:pt x="0" y="1004824"/>
                    <a:pt x="0" y="9978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97839"/>
                  </a:lnTo>
                  <a:lnTo>
                    <a:pt x="12700" y="997839"/>
                  </a:lnTo>
                  <a:lnTo>
                    <a:pt x="12700" y="985139"/>
                  </a:lnTo>
                  <a:lnTo>
                    <a:pt x="8235950" y="985139"/>
                  </a:lnTo>
                  <a:lnTo>
                    <a:pt x="8235950" y="997839"/>
                  </a:lnTo>
                  <a:lnTo>
                    <a:pt x="8223250" y="997839"/>
                  </a:lnTo>
                  <a:lnTo>
                    <a:pt x="8223250" y="12700"/>
                  </a:lnTo>
                  <a:lnTo>
                    <a:pt x="8235950" y="12700"/>
                  </a:lnTo>
                  <a:lnTo>
                    <a:pt x="823595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656400" y="1940050"/>
          <a:ext cx="7378700" cy="2006600"/>
        </p:xfrm>
        <a:graphic>
          <a:graphicData uri="http://schemas.openxmlformats.org/drawingml/2006/table">
            <a:tbl>
              <a:tblPr/>
              <a:tblGrid>
                <a:gridCol w="3042074"/>
                <a:gridCol w="4336626"/>
              </a:tblGrid>
              <a:tr h="6396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5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fin: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1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Duración (min):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6252075" y="4946275"/>
            <a:ext cx="6186450" cy="757950"/>
            <a:chOff x="0" y="0"/>
            <a:chExt cx="8248600" cy="1010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48650" cy="1010539"/>
            </a:xfrm>
            <a:custGeom>
              <a:avLst/>
              <a:gdLst/>
              <a:ahLst/>
              <a:cxnLst/>
              <a:rect r="r" b="b" t="t" l="l"/>
              <a:pathLst>
                <a:path h="1010539" w="8248650">
                  <a:moveTo>
                    <a:pt x="12700" y="0"/>
                  </a:moveTo>
                  <a:lnTo>
                    <a:pt x="8235950" y="0"/>
                  </a:lnTo>
                  <a:cubicBezTo>
                    <a:pt x="8242935" y="0"/>
                    <a:pt x="8248650" y="5715"/>
                    <a:pt x="8248650" y="12700"/>
                  </a:cubicBezTo>
                  <a:lnTo>
                    <a:pt x="8248650" y="997839"/>
                  </a:lnTo>
                  <a:cubicBezTo>
                    <a:pt x="8248650" y="1004824"/>
                    <a:pt x="8242935" y="1010539"/>
                    <a:pt x="8235950" y="1010539"/>
                  </a:cubicBezTo>
                  <a:lnTo>
                    <a:pt x="12700" y="1010539"/>
                  </a:lnTo>
                  <a:cubicBezTo>
                    <a:pt x="5715" y="1010539"/>
                    <a:pt x="0" y="1004824"/>
                    <a:pt x="0" y="9978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97839"/>
                  </a:lnTo>
                  <a:lnTo>
                    <a:pt x="12700" y="997839"/>
                  </a:lnTo>
                  <a:lnTo>
                    <a:pt x="12700" y="985139"/>
                  </a:lnTo>
                  <a:lnTo>
                    <a:pt x="8235950" y="985139"/>
                  </a:lnTo>
                  <a:lnTo>
                    <a:pt x="8235950" y="997839"/>
                  </a:lnTo>
                  <a:lnTo>
                    <a:pt x="8223250" y="997839"/>
                  </a:lnTo>
                  <a:lnTo>
                    <a:pt x="8223250" y="12700"/>
                  </a:lnTo>
                  <a:lnTo>
                    <a:pt x="8235950" y="12700"/>
                  </a:lnTo>
                  <a:lnTo>
                    <a:pt x="823595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496775" y="4946275"/>
            <a:ext cx="5783850" cy="757950"/>
            <a:chOff x="0" y="0"/>
            <a:chExt cx="7711800" cy="1010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11821" cy="1010539"/>
            </a:xfrm>
            <a:custGeom>
              <a:avLst/>
              <a:gdLst/>
              <a:ahLst/>
              <a:cxnLst/>
              <a:rect r="r" b="b" t="t" l="l"/>
              <a:pathLst>
                <a:path h="1010539" w="7711821">
                  <a:moveTo>
                    <a:pt x="12700" y="0"/>
                  </a:moveTo>
                  <a:lnTo>
                    <a:pt x="7699121" y="0"/>
                  </a:lnTo>
                  <a:cubicBezTo>
                    <a:pt x="7706106" y="0"/>
                    <a:pt x="7711821" y="5715"/>
                    <a:pt x="7711821" y="12700"/>
                  </a:cubicBezTo>
                  <a:lnTo>
                    <a:pt x="7711821" y="997839"/>
                  </a:lnTo>
                  <a:cubicBezTo>
                    <a:pt x="7711821" y="1004824"/>
                    <a:pt x="7706106" y="1010539"/>
                    <a:pt x="7699121" y="1010539"/>
                  </a:cubicBezTo>
                  <a:lnTo>
                    <a:pt x="12700" y="1010539"/>
                  </a:lnTo>
                  <a:cubicBezTo>
                    <a:pt x="5715" y="1010539"/>
                    <a:pt x="0" y="1004824"/>
                    <a:pt x="0" y="9978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97839"/>
                  </a:lnTo>
                  <a:lnTo>
                    <a:pt x="12700" y="997839"/>
                  </a:lnTo>
                  <a:lnTo>
                    <a:pt x="12700" y="985139"/>
                  </a:lnTo>
                  <a:lnTo>
                    <a:pt x="7699121" y="985139"/>
                  </a:lnTo>
                  <a:lnTo>
                    <a:pt x="7699121" y="997839"/>
                  </a:lnTo>
                  <a:lnTo>
                    <a:pt x="7686421" y="997839"/>
                  </a:lnTo>
                  <a:lnTo>
                    <a:pt x="7686421" y="12700"/>
                  </a:lnTo>
                  <a:lnTo>
                    <a:pt x="7699121" y="12700"/>
                  </a:lnTo>
                  <a:lnTo>
                    <a:pt x="769912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91489" y="6501678"/>
            <a:ext cx="6705000" cy="106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49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4576287" y="699975"/>
            <a:ext cx="9135424" cy="5691801"/>
            <a:chOff x="0" y="0"/>
            <a:chExt cx="12180565" cy="75890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80570" cy="7589012"/>
            </a:xfrm>
            <a:custGeom>
              <a:avLst/>
              <a:gdLst/>
              <a:ahLst/>
              <a:cxnLst/>
              <a:rect r="r" b="b" t="t" l="l"/>
              <a:pathLst>
                <a:path h="7589012" w="12180570">
                  <a:moveTo>
                    <a:pt x="0" y="0"/>
                  </a:moveTo>
                  <a:lnTo>
                    <a:pt x="12180570" y="0"/>
                  </a:lnTo>
                  <a:lnTo>
                    <a:pt x="12180570" y="7589012"/>
                  </a:lnTo>
                  <a:lnTo>
                    <a:pt x="0" y="7589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71995" y="5023654"/>
            <a:ext cx="8658900" cy="2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11"/>
              </a:lnSpc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</a:p>
          <a:p>
            <a:pPr algn="just">
              <a:lnSpc>
                <a:spcPts val="1747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7765363" y="596600"/>
            <a:ext cx="2757268" cy="3770970"/>
            <a:chOff x="0" y="0"/>
            <a:chExt cx="3676357" cy="5027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76396" cy="5027930"/>
            </a:xfrm>
            <a:custGeom>
              <a:avLst/>
              <a:gdLst/>
              <a:ahLst/>
              <a:cxnLst/>
              <a:rect r="r" b="b" t="t" l="l"/>
              <a:pathLst>
                <a:path h="5027930" w="3676396">
                  <a:moveTo>
                    <a:pt x="0" y="0"/>
                  </a:moveTo>
                  <a:lnTo>
                    <a:pt x="3676396" y="0"/>
                  </a:lnTo>
                  <a:lnTo>
                    <a:pt x="3676396" y="5027930"/>
                  </a:lnTo>
                  <a:lnTo>
                    <a:pt x="0" y="5027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411098" y="7785435"/>
            <a:ext cx="13465804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2"/>
              </a:lnSpc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DAG3Pcsf-yA</dc:identifier>
  <dcterms:modified xsi:type="dcterms:W3CDTF">2011-08-01T06:04:30Z</dcterms:modified>
  <cp:revision>1</cp:revision>
  <dc:title>Semana6_cococys</dc:title>
</cp:coreProperties>
</file>